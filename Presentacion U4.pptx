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"/>
      <p:regular r:id="rId40"/>
      <p:bold r:id="rId41"/>
      <p:italic r:id="rId42"/>
      <p:boldItalic r:id="rId43"/>
    </p:embeddedFont>
    <p:embeddedFont>
      <p:font typeface="Proxima Nova"/>
      <p:regular r:id="rId44"/>
      <p:bold r:id="rId45"/>
      <p:italic r:id="rId46"/>
      <p:boldItalic r:id="rId47"/>
    </p:embeddedFont>
    <p:embeddedFont>
      <p:font typeface="Proxima Nova Semibold"/>
      <p:regular r:id="rId48"/>
      <p:bold r:id="rId49"/>
      <p:boldItalic r:id="rId50"/>
    </p:embeddedFont>
    <p:embeddedFont>
      <p:font typeface="Fira Sans Extra Condensed"/>
      <p:regular r:id="rId51"/>
      <p:bold r:id="rId52"/>
      <p:italic r:id="rId53"/>
      <p:boldItalic r:id="rId54"/>
    </p:embeddedFont>
    <p:embeddedFont>
      <p:font typeface="Fira Sans Extra Condensed SemiBold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A06CF1-5242-42F8-9BDA-06ED40A18E77}">
  <a:tblStyle styleId="{FFA06CF1-5242-42F8-9BDA-06ED40A18E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40" Type="http://schemas.openxmlformats.org/officeDocument/2006/relationships/font" Target="fonts/Roboto-regular.fntdata"/><Relationship Id="rId41" Type="http://schemas.openxmlformats.org/officeDocument/2006/relationships/font" Target="fonts/Roboto-bold.fntdata"/><Relationship Id="rId42" Type="http://schemas.openxmlformats.org/officeDocument/2006/relationships/font" Target="fonts/Roboto-italic.fntdata"/><Relationship Id="rId43" Type="http://schemas.openxmlformats.org/officeDocument/2006/relationships/font" Target="fonts/Roboto-boldItalic.fntdata"/><Relationship Id="rId44" Type="http://schemas.openxmlformats.org/officeDocument/2006/relationships/font" Target="fonts/ProximaNova-regular.fntdata"/><Relationship Id="rId45" Type="http://schemas.openxmlformats.org/officeDocument/2006/relationships/font" Target="fonts/ProximaNova-bold.fntdata"/><Relationship Id="rId46" Type="http://schemas.openxmlformats.org/officeDocument/2006/relationships/font" Target="fonts/ProximaNova-italic.fntdata"/><Relationship Id="rId47" Type="http://schemas.openxmlformats.org/officeDocument/2006/relationships/font" Target="fonts/ProximaNova-boldItalic.fntdata"/><Relationship Id="rId48" Type="http://schemas.openxmlformats.org/officeDocument/2006/relationships/font" Target="fonts/ProximaNovaSemibold-regular.fntdata"/><Relationship Id="rId49" Type="http://schemas.openxmlformats.org/officeDocument/2006/relationships/font" Target="fonts/ProximaNovaSemibold-bold.fntdata"/><Relationship Id="rId50" Type="http://schemas.openxmlformats.org/officeDocument/2006/relationships/font" Target="fonts/ProximaNovaSemibold-boldItalic.fntdata"/><Relationship Id="rId51" Type="http://schemas.openxmlformats.org/officeDocument/2006/relationships/font" Target="fonts/FiraSansExtraCondensed-regular.fntdata"/><Relationship Id="rId52" Type="http://schemas.openxmlformats.org/officeDocument/2006/relationships/font" Target="fonts/FiraSansExtraCondensed-bold.fntdata"/><Relationship Id="rId53" Type="http://schemas.openxmlformats.org/officeDocument/2006/relationships/font" Target="fonts/FiraSansExtraCondensed-italic.fntdata"/><Relationship Id="rId54" Type="http://schemas.openxmlformats.org/officeDocument/2006/relationships/font" Target="fonts/FiraSansExtraCondensed-boldItalic.fntdata"/><Relationship Id="rId55" Type="http://schemas.openxmlformats.org/officeDocument/2006/relationships/font" Target="fonts/FiraSansExtraCondensedSemiBold-regular.fntdata"/><Relationship Id="rId56" Type="http://schemas.openxmlformats.org/officeDocument/2006/relationships/font" Target="fonts/FiraSansExtraCondensedSemiBold-bold.fntdata"/><Relationship Id="rId57" Type="http://schemas.openxmlformats.org/officeDocument/2006/relationships/font" Target="fonts/FiraSansExtraCondensedSemiBold-italic.fntdata"/><Relationship Id="rId58" Type="http://schemas.openxmlformats.org/officeDocument/2006/relationships/font" Target="fonts/FiraSansExtraCondensed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ecdd5d7e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ecdd5d7e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ecdd5d7e48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ecdd5d7e4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ecdd5d7e48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ecdd5d7e48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ecdd5d7e48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ecdd5d7e48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f0a8395baa_0_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f0a8395baa_0_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ecdd5d7e48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ecdd5d7e48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ecdd5d7e48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ecdd5d7e48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772000" y="1176600"/>
            <a:ext cx="3914700" cy="23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b="0" sz="48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772100" y="3484800"/>
            <a:ext cx="3914700" cy="4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sz="28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spreadsheets/d/1ZeORjuywMtkCkSTCrxx2dh7P4U_c08pMcqYi6UQwWMc/copy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ctrTitle"/>
          </p:nvPr>
        </p:nvSpPr>
        <p:spPr>
          <a:xfrm>
            <a:off x="4772000" y="1176600"/>
            <a:ext cx="3914700" cy="230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Riesgo de bajo rendimiento académico</a:t>
            </a:r>
            <a:endParaRPr/>
          </a:p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4772100" y="3484800"/>
            <a:ext cx="3914700" cy="4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¿Podemos detectar a tiempo a quien necesita apoyo?</a:t>
            </a:r>
            <a:endParaRPr/>
          </a:p>
        </p:txBody>
      </p:sp>
      <p:grpSp>
        <p:nvGrpSpPr>
          <p:cNvPr id="60" name="Google Shape;60;p15"/>
          <p:cNvGrpSpPr/>
          <p:nvPr/>
        </p:nvGrpSpPr>
        <p:grpSpPr>
          <a:xfrm>
            <a:off x="469942" y="372755"/>
            <a:ext cx="3914866" cy="3826869"/>
            <a:chOff x="469913" y="410386"/>
            <a:chExt cx="4266884" cy="4170975"/>
          </a:xfrm>
        </p:grpSpPr>
        <p:sp>
          <p:nvSpPr>
            <p:cNvPr id="61" name="Google Shape;61;p15"/>
            <p:cNvSpPr/>
            <p:nvPr/>
          </p:nvSpPr>
          <p:spPr>
            <a:xfrm>
              <a:off x="3787006" y="1299861"/>
              <a:ext cx="949792" cy="1150771"/>
            </a:xfrm>
            <a:custGeom>
              <a:rect b="b" l="l" r="r" t="t"/>
              <a:pathLst>
                <a:path extrusionOk="0" h="8291" w="6843">
                  <a:moveTo>
                    <a:pt x="5862" y="2901"/>
                  </a:moveTo>
                  <a:cubicBezTo>
                    <a:pt x="5772" y="3357"/>
                    <a:pt x="6043" y="3768"/>
                    <a:pt x="6020" y="4219"/>
                  </a:cubicBezTo>
                  <a:cubicBezTo>
                    <a:pt x="6003" y="4613"/>
                    <a:pt x="5716" y="4900"/>
                    <a:pt x="5384" y="5069"/>
                  </a:cubicBezTo>
                  <a:cubicBezTo>
                    <a:pt x="4967" y="5272"/>
                    <a:pt x="4488" y="5266"/>
                    <a:pt x="4044" y="5368"/>
                  </a:cubicBezTo>
                  <a:cubicBezTo>
                    <a:pt x="3638" y="5464"/>
                    <a:pt x="3266" y="5666"/>
                    <a:pt x="3109" y="6072"/>
                  </a:cubicBezTo>
                  <a:cubicBezTo>
                    <a:pt x="3030" y="6280"/>
                    <a:pt x="3002" y="6500"/>
                    <a:pt x="2951" y="6714"/>
                  </a:cubicBezTo>
                  <a:cubicBezTo>
                    <a:pt x="2906" y="6911"/>
                    <a:pt x="2838" y="7102"/>
                    <a:pt x="2743" y="7283"/>
                  </a:cubicBezTo>
                  <a:cubicBezTo>
                    <a:pt x="2562" y="7620"/>
                    <a:pt x="2286" y="7919"/>
                    <a:pt x="1937" y="8088"/>
                  </a:cubicBezTo>
                  <a:cubicBezTo>
                    <a:pt x="1594" y="8257"/>
                    <a:pt x="1183" y="8291"/>
                    <a:pt x="817" y="8167"/>
                  </a:cubicBezTo>
                  <a:cubicBezTo>
                    <a:pt x="473" y="8048"/>
                    <a:pt x="197" y="7784"/>
                    <a:pt x="85" y="7429"/>
                  </a:cubicBezTo>
                  <a:cubicBezTo>
                    <a:pt x="0" y="7187"/>
                    <a:pt x="6" y="6916"/>
                    <a:pt x="96" y="6674"/>
                  </a:cubicBezTo>
                  <a:cubicBezTo>
                    <a:pt x="237" y="5920"/>
                    <a:pt x="1138" y="5644"/>
                    <a:pt x="1690" y="5221"/>
                  </a:cubicBezTo>
                  <a:cubicBezTo>
                    <a:pt x="1853" y="5092"/>
                    <a:pt x="1999" y="4945"/>
                    <a:pt x="2095" y="4760"/>
                  </a:cubicBezTo>
                  <a:cubicBezTo>
                    <a:pt x="2208" y="4551"/>
                    <a:pt x="2236" y="4309"/>
                    <a:pt x="2236" y="4073"/>
                  </a:cubicBezTo>
                  <a:cubicBezTo>
                    <a:pt x="2236" y="3661"/>
                    <a:pt x="2151" y="3250"/>
                    <a:pt x="2225" y="2839"/>
                  </a:cubicBezTo>
                  <a:cubicBezTo>
                    <a:pt x="2292" y="2484"/>
                    <a:pt x="2484" y="2163"/>
                    <a:pt x="2833" y="2028"/>
                  </a:cubicBezTo>
                  <a:cubicBezTo>
                    <a:pt x="3035" y="1949"/>
                    <a:pt x="3255" y="1938"/>
                    <a:pt x="3463" y="1882"/>
                  </a:cubicBezTo>
                  <a:cubicBezTo>
                    <a:pt x="3666" y="1831"/>
                    <a:pt x="3852" y="1730"/>
                    <a:pt x="4010" y="1595"/>
                  </a:cubicBezTo>
                  <a:cubicBezTo>
                    <a:pt x="4618" y="1082"/>
                    <a:pt x="4950" y="85"/>
                    <a:pt x="5857" y="23"/>
                  </a:cubicBezTo>
                  <a:cubicBezTo>
                    <a:pt x="6229" y="1"/>
                    <a:pt x="6578" y="181"/>
                    <a:pt x="6707" y="547"/>
                  </a:cubicBezTo>
                  <a:cubicBezTo>
                    <a:pt x="6842" y="936"/>
                    <a:pt x="6718" y="1341"/>
                    <a:pt x="6521" y="1685"/>
                  </a:cubicBezTo>
                  <a:cubicBezTo>
                    <a:pt x="6290" y="2079"/>
                    <a:pt x="5958" y="2439"/>
                    <a:pt x="5862" y="290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3858902" y="1374117"/>
              <a:ext cx="821543" cy="1026547"/>
            </a:xfrm>
            <a:custGeom>
              <a:rect b="b" l="l" r="r" t="t"/>
              <a:pathLst>
                <a:path extrusionOk="0" h="7396" w="5919">
                  <a:moveTo>
                    <a:pt x="5801" y="23"/>
                  </a:moveTo>
                  <a:cubicBezTo>
                    <a:pt x="5204" y="136"/>
                    <a:pt x="4680" y="558"/>
                    <a:pt x="4449" y="1122"/>
                  </a:cubicBezTo>
                  <a:cubicBezTo>
                    <a:pt x="4432" y="1172"/>
                    <a:pt x="4415" y="1217"/>
                    <a:pt x="4404" y="1268"/>
                  </a:cubicBezTo>
                  <a:cubicBezTo>
                    <a:pt x="4370" y="1161"/>
                    <a:pt x="4342" y="1054"/>
                    <a:pt x="4308" y="947"/>
                  </a:cubicBezTo>
                  <a:cubicBezTo>
                    <a:pt x="4297" y="902"/>
                    <a:pt x="4241" y="879"/>
                    <a:pt x="4196" y="896"/>
                  </a:cubicBezTo>
                  <a:cubicBezTo>
                    <a:pt x="4151" y="913"/>
                    <a:pt x="4134" y="964"/>
                    <a:pt x="4145" y="1003"/>
                  </a:cubicBezTo>
                  <a:lnTo>
                    <a:pt x="4331" y="1623"/>
                  </a:lnTo>
                  <a:cubicBezTo>
                    <a:pt x="4314" y="1769"/>
                    <a:pt x="4303" y="1921"/>
                    <a:pt x="4291" y="2068"/>
                  </a:cubicBezTo>
                  <a:cubicBezTo>
                    <a:pt x="4269" y="2389"/>
                    <a:pt x="4235" y="2738"/>
                    <a:pt x="4021" y="2997"/>
                  </a:cubicBezTo>
                  <a:cubicBezTo>
                    <a:pt x="3886" y="3160"/>
                    <a:pt x="3700" y="3262"/>
                    <a:pt x="3503" y="3340"/>
                  </a:cubicBezTo>
                  <a:cubicBezTo>
                    <a:pt x="3492" y="3318"/>
                    <a:pt x="3492" y="3284"/>
                    <a:pt x="3492" y="3262"/>
                  </a:cubicBezTo>
                  <a:cubicBezTo>
                    <a:pt x="3486" y="3217"/>
                    <a:pt x="3486" y="3177"/>
                    <a:pt x="3480" y="3132"/>
                  </a:cubicBezTo>
                  <a:lnTo>
                    <a:pt x="3469" y="2850"/>
                  </a:lnTo>
                  <a:cubicBezTo>
                    <a:pt x="3458" y="2665"/>
                    <a:pt x="3447" y="2484"/>
                    <a:pt x="3435" y="2304"/>
                  </a:cubicBezTo>
                  <a:cubicBezTo>
                    <a:pt x="3430" y="2192"/>
                    <a:pt x="3261" y="2208"/>
                    <a:pt x="3266" y="2315"/>
                  </a:cubicBezTo>
                  <a:cubicBezTo>
                    <a:pt x="3278" y="2524"/>
                    <a:pt x="3289" y="2732"/>
                    <a:pt x="3300" y="2935"/>
                  </a:cubicBezTo>
                  <a:cubicBezTo>
                    <a:pt x="3306" y="3036"/>
                    <a:pt x="3312" y="3143"/>
                    <a:pt x="3317" y="3245"/>
                  </a:cubicBezTo>
                  <a:cubicBezTo>
                    <a:pt x="3323" y="3295"/>
                    <a:pt x="3323" y="3352"/>
                    <a:pt x="3345" y="3402"/>
                  </a:cubicBezTo>
                  <a:cubicBezTo>
                    <a:pt x="3317" y="3408"/>
                    <a:pt x="3289" y="3419"/>
                    <a:pt x="3261" y="3431"/>
                  </a:cubicBezTo>
                  <a:cubicBezTo>
                    <a:pt x="2974" y="3526"/>
                    <a:pt x="2681" y="3622"/>
                    <a:pt x="2439" y="3813"/>
                  </a:cubicBezTo>
                  <a:cubicBezTo>
                    <a:pt x="2258" y="3954"/>
                    <a:pt x="2123" y="4129"/>
                    <a:pt x="2016" y="4320"/>
                  </a:cubicBezTo>
                  <a:cubicBezTo>
                    <a:pt x="2011" y="4275"/>
                    <a:pt x="1999" y="4230"/>
                    <a:pt x="1994" y="4185"/>
                  </a:cubicBezTo>
                  <a:cubicBezTo>
                    <a:pt x="1977" y="4095"/>
                    <a:pt x="1954" y="4005"/>
                    <a:pt x="1937" y="3915"/>
                  </a:cubicBezTo>
                  <a:lnTo>
                    <a:pt x="1830" y="3374"/>
                  </a:lnTo>
                  <a:cubicBezTo>
                    <a:pt x="1819" y="3329"/>
                    <a:pt x="1785" y="3290"/>
                    <a:pt x="1740" y="3295"/>
                  </a:cubicBezTo>
                  <a:cubicBezTo>
                    <a:pt x="1695" y="3301"/>
                    <a:pt x="1650" y="3346"/>
                    <a:pt x="1661" y="3391"/>
                  </a:cubicBezTo>
                  <a:lnTo>
                    <a:pt x="1780" y="3994"/>
                  </a:lnTo>
                  <a:cubicBezTo>
                    <a:pt x="1802" y="4095"/>
                    <a:pt x="1825" y="4202"/>
                    <a:pt x="1842" y="4309"/>
                  </a:cubicBezTo>
                  <a:cubicBezTo>
                    <a:pt x="1859" y="4388"/>
                    <a:pt x="1870" y="4472"/>
                    <a:pt x="1909" y="4546"/>
                  </a:cubicBezTo>
                  <a:cubicBezTo>
                    <a:pt x="1774" y="4878"/>
                    <a:pt x="1695" y="5244"/>
                    <a:pt x="1611" y="5587"/>
                  </a:cubicBezTo>
                  <a:cubicBezTo>
                    <a:pt x="1526" y="5948"/>
                    <a:pt x="1425" y="6325"/>
                    <a:pt x="1200" y="6635"/>
                  </a:cubicBezTo>
                  <a:lnTo>
                    <a:pt x="946" y="5655"/>
                  </a:lnTo>
                  <a:cubicBezTo>
                    <a:pt x="918" y="5554"/>
                    <a:pt x="755" y="5610"/>
                    <a:pt x="783" y="5717"/>
                  </a:cubicBezTo>
                  <a:cubicBezTo>
                    <a:pt x="879" y="6077"/>
                    <a:pt x="974" y="6438"/>
                    <a:pt x="1065" y="6793"/>
                  </a:cubicBezTo>
                  <a:cubicBezTo>
                    <a:pt x="828" y="7046"/>
                    <a:pt x="490" y="7215"/>
                    <a:pt x="135" y="7142"/>
                  </a:cubicBezTo>
                  <a:cubicBezTo>
                    <a:pt x="28" y="7119"/>
                    <a:pt x="0" y="7288"/>
                    <a:pt x="107" y="7311"/>
                  </a:cubicBezTo>
                  <a:cubicBezTo>
                    <a:pt x="535" y="7395"/>
                    <a:pt x="907" y="7204"/>
                    <a:pt x="1188" y="6905"/>
                  </a:cubicBezTo>
                  <a:cubicBezTo>
                    <a:pt x="1188" y="6905"/>
                    <a:pt x="1194" y="6905"/>
                    <a:pt x="1194" y="6905"/>
                  </a:cubicBezTo>
                  <a:cubicBezTo>
                    <a:pt x="1515" y="6826"/>
                    <a:pt x="1842" y="6748"/>
                    <a:pt x="2163" y="6669"/>
                  </a:cubicBezTo>
                  <a:cubicBezTo>
                    <a:pt x="2208" y="6657"/>
                    <a:pt x="2225" y="6595"/>
                    <a:pt x="2213" y="6556"/>
                  </a:cubicBezTo>
                  <a:cubicBezTo>
                    <a:pt x="2196" y="6511"/>
                    <a:pt x="2146" y="6494"/>
                    <a:pt x="2101" y="6505"/>
                  </a:cubicBezTo>
                  <a:lnTo>
                    <a:pt x="1363" y="6691"/>
                  </a:lnTo>
                  <a:cubicBezTo>
                    <a:pt x="1453" y="6562"/>
                    <a:pt x="1526" y="6427"/>
                    <a:pt x="1583" y="6286"/>
                  </a:cubicBezTo>
                  <a:cubicBezTo>
                    <a:pt x="1791" y="5762"/>
                    <a:pt x="1836" y="5171"/>
                    <a:pt x="2050" y="4653"/>
                  </a:cubicBezTo>
                  <a:cubicBezTo>
                    <a:pt x="2151" y="4686"/>
                    <a:pt x="2281" y="4664"/>
                    <a:pt x="2388" y="4653"/>
                  </a:cubicBezTo>
                  <a:cubicBezTo>
                    <a:pt x="2596" y="4641"/>
                    <a:pt x="2799" y="4624"/>
                    <a:pt x="3007" y="4608"/>
                  </a:cubicBezTo>
                  <a:cubicBezTo>
                    <a:pt x="3120" y="4602"/>
                    <a:pt x="3103" y="4433"/>
                    <a:pt x="2991" y="4439"/>
                  </a:cubicBezTo>
                  <a:lnTo>
                    <a:pt x="2456" y="4478"/>
                  </a:lnTo>
                  <a:cubicBezTo>
                    <a:pt x="2371" y="4484"/>
                    <a:pt x="2281" y="4495"/>
                    <a:pt x="2196" y="4495"/>
                  </a:cubicBezTo>
                  <a:cubicBezTo>
                    <a:pt x="2168" y="4501"/>
                    <a:pt x="2140" y="4501"/>
                    <a:pt x="2118" y="4495"/>
                  </a:cubicBezTo>
                  <a:cubicBezTo>
                    <a:pt x="2163" y="4410"/>
                    <a:pt x="2208" y="4332"/>
                    <a:pt x="2258" y="4253"/>
                  </a:cubicBezTo>
                  <a:cubicBezTo>
                    <a:pt x="2444" y="3982"/>
                    <a:pt x="2703" y="3819"/>
                    <a:pt x="3007" y="3701"/>
                  </a:cubicBezTo>
                  <a:cubicBezTo>
                    <a:pt x="3171" y="3639"/>
                    <a:pt x="3340" y="3588"/>
                    <a:pt x="3503" y="3526"/>
                  </a:cubicBezTo>
                  <a:cubicBezTo>
                    <a:pt x="3548" y="3532"/>
                    <a:pt x="3587" y="3532"/>
                    <a:pt x="3633" y="3532"/>
                  </a:cubicBezTo>
                  <a:cubicBezTo>
                    <a:pt x="3740" y="3532"/>
                    <a:pt x="3841" y="3526"/>
                    <a:pt x="3948" y="3526"/>
                  </a:cubicBezTo>
                  <a:lnTo>
                    <a:pt x="4579" y="3515"/>
                  </a:lnTo>
                  <a:cubicBezTo>
                    <a:pt x="4686" y="3515"/>
                    <a:pt x="4674" y="3346"/>
                    <a:pt x="4562" y="3346"/>
                  </a:cubicBezTo>
                  <a:cubicBezTo>
                    <a:pt x="4376" y="3352"/>
                    <a:pt x="4190" y="3352"/>
                    <a:pt x="4004" y="3357"/>
                  </a:cubicBezTo>
                  <a:cubicBezTo>
                    <a:pt x="3954" y="3357"/>
                    <a:pt x="3908" y="3357"/>
                    <a:pt x="3858" y="3357"/>
                  </a:cubicBezTo>
                  <a:cubicBezTo>
                    <a:pt x="4106" y="3205"/>
                    <a:pt x="4286" y="2974"/>
                    <a:pt x="4370" y="2693"/>
                  </a:cubicBezTo>
                  <a:cubicBezTo>
                    <a:pt x="4466" y="2372"/>
                    <a:pt x="4455" y="2034"/>
                    <a:pt x="4494" y="1702"/>
                  </a:cubicBezTo>
                  <a:cubicBezTo>
                    <a:pt x="4494" y="1696"/>
                    <a:pt x="4494" y="1690"/>
                    <a:pt x="4494" y="1685"/>
                  </a:cubicBezTo>
                  <a:lnTo>
                    <a:pt x="5142" y="1386"/>
                  </a:lnTo>
                  <a:cubicBezTo>
                    <a:pt x="5187" y="1369"/>
                    <a:pt x="5209" y="1324"/>
                    <a:pt x="5192" y="1279"/>
                  </a:cubicBezTo>
                  <a:cubicBezTo>
                    <a:pt x="5181" y="1234"/>
                    <a:pt x="5125" y="1206"/>
                    <a:pt x="5085" y="1229"/>
                  </a:cubicBezTo>
                  <a:lnTo>
                    <a:pt x="4528" y="1482"/>
                  </a:lnTo>
                  <a:cubicBezTo>
                    <a:pt x="4590" y="1206"/>
                    <a:pt x="4702" y="947"/>
                    <a:pt x="4900" y="727"/>
                  </a:cubicBezTo>
                  <a:cubicBezTo>
                    <a:pt x="5136" y="457"/>
                    <a:pt x="5457" y="260"/>
                    <a:pt x="5812" y="192"/>
                  </a:cubicBezTo>
                  <a:cubicBezTo>
                    <a:pt x="5919" y="176"/>
                    <a:pt x="5908" y="1"/>
                    <a:pt x="5801" y="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3604767" y="1199095"/>
              <a:ext cx="611403" cy="1185886"/>
            </a:xfrm>
            <a:custGeom>
              <a:rect b="b" l="l" r="r" t="t"/>
              <a:pathLst>
                <a:path extrusionOk="0" h="8544" w="4405">
                  <a:moveTo>
                    <a:pt x="3768" y="3813"/>
                  </a:moveTo>
                  <a:cubicBezTo>
                    <a:pt x="3701" y="4016"/>
                    <a:pt x="3701" y="4218"/>
                    <a:pt x="3746" y="4427"/>
                  </a:cubicBezTo>
                  <a:cubicBezTo>
                    <a:pt x="3825" y="4793"/>
                    <a:pt x="4005" y="5148"/>
                    <a:pt x="3977" y="5536"/>
                  </a:cubicBezTo>
                  <a:cubicBezTo>
                    <a:pt x="3954" y="5857"/>
                    <a:pt x="3752" y="6099"/>
                    <a:pt x="3492" y="6274"/>
                  </a:cubicBezTo>
                  <a:cubicBezTo>
                    <a:pt x="3245" y="6443"/>
                    <a:pt x="2952" y="6567"/>
                    <a:pt x="2727" y="6770"/>
                  </a:cubicBezTo>
                  <a:cubicBezTo>
                    <a:pt x="2597" y="6882"/>
                    <a:pt x="2507" y="7029"/>
                    <a:pt x="2462" y="7198"/>
                  </a:cubicBezTo>
                  <a:cubicBezTo>
                    <a:pt x="2411" y="7400"/>
                    <a:pt x="2411" y="7614"/>
                    <a:pt x="2349" y="7817"/>
                  </a:cubicBezTo>
                  <a:cubicBezTo>
                    <a:pt x="2248" y="8161"/>
                    <a:pt x="1961" y="8425"/>
                    <a:pt x="1606" y="8493"/>
                  </a:cubicBezTo>
                  <a:cubicBezTo>
                    <a:pt x="1319" y="8543"/>
                    <a:pt x="1015" y="8448"/>
                    <a:pt x="801" y="8251"/>
                  </a:cubicBezTo>
                  <a:cubicBezTo>
                    <a:pt x="558" y="8110"/>
                    <a:pt x="350" y="7902"/>
                    <a:pt x="221" y="7648"/>
                  </a:cubicBezTo>
                  <a:cubicBezTo>
                    <a:pt x="40" y="7299"/>
                    <a:pt x="1" y="6882"/>
                    <a:pt x="125" y="6511"/>
                  </a:cubicBezTo>
                  <a:cubicBezTo>
                    <a:pt x="243" y="6128"/>
                    <a:pt x="564" y="5801"/>
                    <a:pt x="587" y="5384"/>
                  </a:cubicBezTo>
                  <a:cubicBezTo>
                    <a:pt x="603" y="5013"/>
                    <a:pt x="395" y="4669"/>
                    <a:pt x="271" y="4325"/>
                  </a:cubicBezTo>
                  <a:cubicBezTo>
                    <a:pt x="159" y="4004"/>
                    <a:pt x="130" y="3667"/>
                    <a:pt x="328" y="3368"/>
                  </a:cubicBezTo>
                  <a:cubicBezTo>
                    <a:pt x="508" y="3092"/>
                    <a:pt x="806" y="2923"/>
                    <a:pt x="1015" y="2670"/>
                  </a:cubicBezTo>
                  <a:cubicBezTo>
                    <a:pt x="1127" y="2535"/>
                    <a:pt x="1200" y="2377"/>
                    <a:pt x="1212" y="2197"/>
                  </a:cubicBezTo>
                  <a:cubicBezTo>
                    <a:pt x="1229" y="1994"/>
                    <a:pt x="1178" y="1780"/>
                    <a:pt x="1133" y="1583"/>
                  </a:cubicBezTo>
                  <a:cubicBezTo>
                    <a:pt x="1048" y="1206"/>
                    <a:pt x="998" y="828"/>
                    <a:pt x="1217" y="490"/>
                  </a:cubicBezTo>
                  <a:cubicBezTo>
                    <a:pt x="1409" y="198"/>
                    <a:pt x="1741" y="0"/>
                    <a:pt x="2090" y="12"/>
                  </a:cubicBezTo>
                  <a:cubicBezTo>
                    <a:pt x="2434" y="23"/>
                    <a:pt x="2772" y="214"/>
                    <a:pt x="2952" y="507"/>
                  </a:cubicBezTo>
                  <a:cubicBezTo>
                    <a:pt x="3059" y="682"/>
                    <a:pt x="3087" y="879"/>
                    <a:pt x="3132" y="1076"/>
                  </a:cubicBezTo>
                  <a:cubicBezTo>
                    <a:pt x="3177" y="1256"/>
                    <a:pt x="3256" y="1403"/>
                    <a:pt x="3402" y="1527"/>
                  </a:cubicBezTo>
                  <a:cubicBezTo>
                    <a:pt x="3650" y="1735"/>
                    <a:pt x="3982" y="1848"/>
                    <a:pt x="4168" y="2124"/>
                  </a:cubicBezTo>
                  <a:cubicBezTo>
                    <a:pt x="4405" y="2484"/>
                    <a:pt x="4247" y="2918"/>
                    <a:pt x="4056" y="3255"/>
                  </a:cubicBezTo>
                  <a:cubicBezTo>
                    <a:pt x="3954" y="3441"/>
                    <a:pt x="3842" y="3616"/>
                    <a:pt x="3768" y="381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3709557" y="1263913"/>
              <a:ext cx="345606" cy="1079706"/>
            </a:xfrm>
            <a:custGeom>
              <a:rect b="b" l="l" r="r" t="t"/>
              <a:pathLst>
                <a:path extrusionOk="0" h="7779" w="2490">
                  <a:moveTo>
                    <a:pt x="2326" y="1274"/>
                  </a:moveTo>
                  <a:lnTo>
                    <a:pt x="1673" y="1566"/>
                  </a:lnTo>
                  <a:cubicBezTo>
                    <a:pt x="1718" y="1493"/>
                    <a:pt x="1758" y="1426"/>
                    <a:pt x="1791" y="1352"/>
                  </a:cubicBezTo>
                  <a:cubicBezTo>
                    <a:pt x="1910" y="1105"/>
                    <a:pt x="1938" y="823"/>
                    <a:pt x="1831" y="564"/>
                  </a:cubicBezTo>
                  <a:cubicBezTo>
                    <a:pt x="1729" y="305"/>
                    <a:pt x="1521" y="97"/>
                    <a:pt x="1256" y="7"/>
                  </a:cubicBezTo>
                  <a:cubicBezTo>
                    <a:pt x="1245" y="7"/>
                    <a:pt x="1239" y="7"/>
                    <a:pt x="1228" y="7"/>
                  </a:cubicBezTo>
                  <a:cubicBezTo>
                    <a:pt x="1223" y="1"/>
                    <a:pt x="1211" y="1"/>
                    <a:pt x="1206" y="1"/>
                  </a:cubicBezTo>
                  <a:cubicBezTo>
                    <a:pt x="1138" y="1"/>
                    <a:pt x="1121" y="57"/>
                    <a:pt x="1132" y="108"/>
                  </a:cubicBezTo>
                  <a:cubicBezTo>
                    <a:pt x="1138" y="130"/>
                    <a:pt x="1149" y="153"/>
                    <a:pt x="1183" y="164"/>
                  </a:cubicBezTo>
                  <a:cubicBezTo>
                    <a:pt x="1183" y="164"/>
                    <a:pt x="1183" y="164"/>
                    <a:pt x="1183" y="164"/>
                  </a:cubicBezTo>
                  <a:cubicBezTo>
                    <a:pt x="1183" y="164"/>
                    <a:pt x="1183" y="164"/>
                    <a:pt x="1183" y="164"/>
                  </a:cubicBezTo>
                  <a:cubicBezTo>
                    <a:pt x="1431" y="249"/>
                    <a:pt x="1617" y="446"/>
                    <a:pt x="1696" y="694"/>
                  </a:cubicBezTo>
                  <a:cubicBezTo>
                    <a:pt x="1774" y="941"/>
                    <a:pt x="1696" y="1189"/>
                    <a:pt x="1572" y="1409"/>
                  </a:cubicBezTo>
                  <a:cubicBezTo>
                    <a:pt x="1527" y="1482"/>
                    <a:pt x="1482" y="1550"/>
                    <a:pt x="1437" y="1617"/>
                  </a:cubicBezTo>
                  <a:cubicBezTo>
                    <a:pt x="1352" y="1448"/>
                    <a:pt x="1268" y="1279"/>
                    <a:pt x="1189" y="1105"/>
                  </a:cubicBezTo>
                  <a:cubicBezTo>
                    <a:pt x="1138" y="1009"/>
                    <a:pt x="975" y="1065"/>
                    <a:pt x="1025" y="1167"/>
                  </a:cubicBezTo>
                  <a:lnTo>
                    <a:pt x="1324" y="1775"/>
                  </a:lnTo>
                  <a:cubicBezTo>
                    <a:pt x="1132" y="2051"/>
                    <a:pt x="947" y="2327"/>
                    <a:pt x="941" y="2681"/>
                  </a:cubicBezTo>
                  <a:cubicBezTo>
                    <a:pt x="935" y="2907"/>
                    <a:pt x="997" y="3121"/>
                    <a:pt x="1076" y="3323"/>
                  </a:cubicBezTo>
                  <a:cubicBezTo>
                    <a:pt x="1037" y="3284"/>
                    <a:pt x="992" y="3250"/>
                    <a:pt x="947" y="3211"/>
                  </a:cubicBezTo>
                  <a:cubicBezTo>
                    <a:pt x="800" y="3087"/>
                    <a:pt x="654" y="2957"/>
                    <a:pt x="507" y="2834"/>
                  </a:cubicBezTo>
                  <a:cubicBezTo>
                    <a:pt x="423" y="2766"/>
                    <a:pt x="316" y="2895"/>
                    <a:pt x="400" y="2969"/>
                  </a:cubicBezTo>
                  <a:cubicBezTo>
                    <a:pt x="564" y="3109"/>
                    <a:pt x="727" y="3250"/>
                    <a:pt x="896" y="3391"/>
                  </a:cubicBezTo>
                  <a:cubicBezTo>
                    <a:pt x="975" y="3459"/>
                    <a:pt x="1054" y="3537"/>
                    <a:pt x="1138" y="3599"/>
                  </a:cubicBezTo>
                  <a:cubicBezTo>
                    <a:pt x="1155" y="3611"/>
                    <a:pt x="1178" y="3622"/>
                    <a:pt x="1200" y="3628"/>
                  </a:cubicBezTo>
                  <a:cubicBezTo>
                    <a:pt x="1285" y="3830"/>
                    <a:pt x="1363" y="4039"/>
                    <a:pt x="1386" y="4253"/>
                  </a:cubicBezTo>
                  <a:cubicBezTo>
                    <a:pt x="1425" y="4619"/>
                    <a:pt x="1296" y="4957"/>
                    <a:pt x="1121" y="5272"/>
                  </a:cubicBezTo>
                  <a:cubicBezTo>
                    <a:pt x="918" y="4951"/>
                    <a:pt x="710" y="4630"/>
                    <a:pt x="502" y="4309"/>
                  </a:cubicBezTo>
                  <a:cubicBezTo>
                    <a:pt x="440" y="4219"/>
                    <a:pt x="305" y="4315"/>
                    <a:pt x="361" y="4410"/>
                  </a:cubicBezTo>
                  <a:cubicBezTo>
                    <a:pt x="586" y="4748"/>
                    <a:pt x="806" y="5092"/>
                    <a:pt x="1025" y="5435"/>
                  </a:cubicBezTo>
                  <a:cubicBezTo>
                    <a:pt x="918" y="5616"/>
                    <a:pt x="806" y="5784"/>
                    <a:pt x="710" y="5953"/>
                  </a:cubicBezTo>
                  <a:cubicBezTo>
                    <a:pt x="620" y="6100"/>
                    <a:pt x="541" y="6263"/>
                    <a:pt x="479" y="6432"/>
                  </a:cubicBezTo>
                  <a:lnTo>
                    <a:pt x="215" y="5897"/>
                  </a:lnTo>
                  <a:cubicBezTo>
                    <a:pt x="164" y="5801"/>
                    <a:pt x="1" y="5858"/>
                    <a:pt x="51" y="5959"/>
                  </a:cubicBezTo>
                  <a:cubicBezTo>
                    <a:pt x="169" y="6196"/>
                    <a:pt x="293" y="6432"/>
                    <a:pt x="412" y="6674"/>
                  </a:cubicBezTo>
                  <a:cubicBezTo>
                    <a:pt x="333" y="7023"/>
                    <a:pt x="350" y="7384"/>
                    <a:pt x="581" y="7694"/>
                  </a:cubicBezTo>
                  <a:cubicBezTo>
                    <a:pt x="648" y="7778"/>
                    <a:pt x="783" y="7682"/>
                    <a:pt x="721" y="7592"/>
                  </a:cubicBezTo>
                  <a:cubicBezTo>
                    <a:pt x="530" y="7333"/>
                    <a:pt x="507" y="7040"/>
                    <a:pt x="569" y="6747"/>
                  </a:cubicBezTo>
                  <a:lnTo>
                    <a:pt x="1425" y="6241"/>
                  </a:lnTo>
                  <a:cubicBezTo>
                    <a:pt x="1521" y="6184"/>
                    <a:pt x="1420" y="6049"/>
                    <a:pt x="1330" y="6100"/>
                  </a:cubicBezTo>
                  <a:cubicBezTo>
                    <a:pt x="1099" y="6241"/>
                    <a:pt x="868" y="6376"/>
                    <a:pt x="637" y="6511"/>
                  </a:cubicBezTo>
                  <a:cubicBezTo>
                    <a:pt x="704" y="6308"/>
                    <a:pt x="811" y="6117"/>
                    <a:pt x="913" y="5942"/>
                  </a:cubicBezTo>
                  <a:cubicBezTo>
                    <a:pt x="1003" y="5796"/>
                    <a:pt x="1099" y="5649"/>
                    <a:pt x="1189" y="5497"/>
                  </a:cubicBezTo>
                  <a:cubicBezTo>
                    <a:pt x="1549" y="5221"/>
                    <a:pt x="1915" y="4945"/>
                    <a:pt x="2276" y="4669"/>
                  </a:cubicBezTo>
                  <a:cubicBezTo>
                    <a:pt x="2366" y="4602"/>
                    <a:pt x="2270" y="4467"/>
                    <a:pt x="2180" y="4529"/>
                  </a:cubicBezTo>
                  <a:cubicBezTo>
                    <a:pt x="1915" y="4731"/>
                    <a:pt x="1645" y="4934"/>
                    <a:pt x="1380" y="5137"/>
                  </a:cubicBezTo>
                  <a:cubicBezTo>
                    <a:pt x="1510" y="4861"/>
                    <a:pt x="1589" y="4568"/>
                    <a:pt x="1560" y="4253"/>
                  </a:cubicBezTo>
                  <a:cubicBezTo>
                    <a:pt x="1538" y="4027"/>
                    <a:pt x="1453" y="3808"/>
                    <a:pt x="1363" y="3594"/>
                  </a:cubicBezTo>
                  <a:cubicBezTo>
                    <a:pt x="1425" y="3543"/>
                    <a:pt x="1470" y="3464"/>
                    <a:pt x="1521" y="3402"/>
                  </a:cubicBezTo>
                  <a:cubicBezTo>
                    <a:pt x="1583" y="3312"/>
                    <a:pt x="1645" y="3222"/>
                    <a:pt x="1713" y="3132"/>
                  </a:cubicBezTo>
                  <a:cubicBezTo>
                    <a:pt x="1842" y="2952"/>
                    <a:pt x="1972" y="2772"/>
                    <a:pt x="2107" y="2586"/>
                  </a:cubicBezTo>
                  <a:cubicBezTo>
                    <a:pt x="2169" y="2501"/>
                    <a:pt x="2039" y="2389"/>
                    <a:pt x="1972" y="2479"/>
                  </a:cubicBezTo>
                  <a:cubicBezTo>
                    <a:pt x="1752" y="2783"/>
                    <a:pt x="1538" y="3087"/>
                    <a:pt x="1313" y="3391"/>
                  </a:cubicBezTo>
                  <a:cubicBezTo>
                    <a:pt x="1313" y="3397"/>
                    <a:pt x="1301" y="3414"/>
                    <a:pt x="1296" y="3425"/>
                  </a:cubicBezTo>
                  <a:cubicBezTo>
                    <a:pt x="1194" y="3183"/>
                    <a:pt x="1104" y="2935"/>
                    <a:pt x="1110" y="2665"/>
                  </a:cubicBezTo>
                  <a:cubicBezTo>
                    <a:pt x="1121" y="2349"/>
                    <a:pt x="1301" y="2090"/>
                    <a:pt x="1482" y="1837"/>
                  </a:cubicBezTo>
                  <a:cubicBezTo>
                    <a:pt x="1786" y="1702"/>
                    <a:pt x="2084" y="1566"/>
                    <a:pt x="2388" y="1437"/>
                  </a:cubicBezTo>
                  <a:cubicBezTo>
                    <a:pt x="2490" y="1392"/>
                    <a:pt x="2428" y="1229"/>
                    <a:pt x="2326" y="1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612179" y="1214711"/>
              <a:ext cx="1096778" cy="1329681"/>
            </a:xfrm>
            <a:custGeom>
              <a:rect b="b" l="l" r="r" t="t"/>
              <a:pathLst>
                <a:path extrusionOk="0" h="9580" w="7902">
                  <a:moveTo>
                    <a:pt x="1132" y="3357"/>
                  </a:moveTo>
                  <a:cubicBezTo>
                    <a:pt x="1239" y="3880"/>
                    <a:pt x="924" y="4359"/>
                    <a:pt x="946" y="4877"/>
                  </a:cubicBezTo>
                  <a:cubicBezTo>
                    <a:pt x="974" y="5333"/>
                    <a:pt x="1301" y="5671"/>
                    <a:pt x="1690" y="5857"/>
                  </a:cubicBezTo>
                  <a:cubicBezTo>
                    <a:pt x="2168" y="6093"/>
                    <a:pt x="2720" y="6088"/>
                    <a:pt x="3233" y="6206"/>
                  </a:cubicBezTo>
                  <a:cubicBezTo>
                    <a:pt x="3700" y="6319"/>
                    <a:pt x="4128" y="6550"/>
                    <a:pt x="4314" y="7017"/>
                  </a:cubicBezTo>
                  <a:cubicBezTo>
                    <a:pt x="4404" y="7259"/>
                    <a:pt x="4438" y="7513"/>
                    <a:pt x="4500" y="7760"/>
                  </a:cubicBezTo>
                  <a:cubicBezTo>
                    <a:pt x="4550" y="7986"/>
                    <a:pt x="4629" y="8205"/>
                    <a:pt x="4736" y="8414"/>
                  </a:cubicBezTo>
                  <a:cubicBezTo>
                    <a:pt x="4950" y="8808"/>
                    <a:pt x="5266" y="9151"/>
                    <a:pt x="5666" y="9349"/>
                  </a:cubicBezTo>
                  <a:cubicBezTo>
                    <a:pt x="6065" y="9546"/>
                    <a:pt x="6544" y="9579"/>
                    <a:pt x="6961" y="9439"/>
                  </a:cubicBezTo>
                  <a:cubicBezTo>
                    <a:pt x="7361" y="9303"/>
                    <a:pt x="7682" y="8994"/>
                    <a:pt x="7811" y="8588"/>
                  </a:cubicBezTo>
                  <a:cubicBezTo>
                    <a:pt x="7901" y="8307"/>
                    <a:pt x="7901" y="7991"/>
                    <a:pt x="7794" y="7715"/>
                  </a:cubicBezTo>
                  <a:cubicBezTo>
                    <a:pt x="7637" y="6842"/>
                    <a:pt x="6595" y="6527"/>
                    <a:pt x="5958" y="6032"/>
                  </a:cubicBezTo>
                  <a:cubicBezTo>
                    <a:pt x="5767" y="5891"/>
                    <a:pt x="5592" y="5716"/>
                    <a:pt x="5485" y="5502"/>
                  </a:cubicBezTo>
                  <a:cubicBezTo>
                    <a:pt x="5356" y="5260"/>
                    <a:pt x="5322" y="4984"/>
                    <a:pt x="5322" y="4708"/>
                  </a:cubicBezTo>
                  <a:cubicBezTo>
                    <a:pt x="5328" y="4235"/>
                    <a:pt x="5423" y="3762"/>
                    <a:pt x="5339" y="3283"/>
                  </a:cubicBezTo>
                  <a:cubicBezTo>
                    <a:pt x="5260" y="2872"/>
                    <a:pt x="5040" y="2501"/>
                    <a:pt x="4629" y="2349"/>
                  </a:cubicBezTo>
                  <a:cubicBezTo>
                    <a:pt x="4398" y="2258"/>
                    <a:pt x="4145" y="2242"/>
                    <a:pt x="3903" y="2180"/>
                  </a:cubicBezTo>
                  <a:cubicBezTo>
                    <a:pt x="3666" y="2118"/>
                    <a:pt x="3458" y="2005"/>
                    <a:pt x="3272" y="1847"/>
                  </a:cubicBezTo>
                  <a:cubicBezTo>
                    <a:pt x="2568" y="1250"/>
                    <a:pt x="2191" y="102"/>
                    <a:pt x="1138" y="28"/>
                  </a:cubicBezTo>
                  <a:cubicBezTo>
                    <a:pt x="704" y="0"/>
                    <a:pt x="304" y="214"/>
                    <a:pt x="158" y="631"/>
                  </a:cubicBezTo>
                  <a:cubicBezTo>
                    <a:pt x="0" y="1081"/>
                    <a:pt x="147" y="1554"/>
                    <a:pt x="372" y="1949"/>
                  </a:cubicBezTo>
                  <a:cubicBezTo>
                    <a:pt x="637" y="2405"/>
                    <a:pt x="1020" y="2822"/>
                    <a:pt x="1132" y="33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676997" y="1301459"/>
              <a:ext cx="949792" cy="1185886"/>
            </a:xfrm>
            <a:custGeom>
              <a:rect b="b" l="l" r="r" t="t"/>
              <a:pathLst>
                <a:path extrusionOk="0" h="8544" w="6843">
                  <a:moveTo>
                    <a:pt x="141" y="23"/>
                  </a:moveTo>
                  <a:cubicBezTo>
                    <a:pt x="828" y="152"/>
                    <a:pt x="1437" y="642"/>
                    <a:pt x="1696" y="1296"/>
                  </a:cubicBezTo>
                  <a:cubicBezTo>
                    <a:pt x="1718" y="1346"/>
                    <a:pt x="1735" y="1403"/>
                    <a:pt x="1752" y="1459"/>
                  </a:cubicBezTo>
                  <a:cubicBezTo>
                    <a:pt x="1791" y="1335"/>
                    <a:pt x="1825" y="1211"/>
                    <a:pt x="1865" y="1087"/>
                  </a:cubicBezTo>
                  <a:cubicBezTo>
                    <a:pt x="1882" y="1036"/>
                    <a:pt x="1944" y="1014"/>
                    <a:pt x="1989" y="1031"/>
                  </a:cubicBezTo>
                  <a:cubicBezTo>
                    <a:pt x="2045" y="1048"/>
                    <a:pt x="2067" y="1104"/>
                    <a:pt x="2051" y="1160"/>
                  </a:cubicBezTo>
                  <a:lnTo>
                    <a:pt x="1837" y="1870"/>
                  </a:lnTo>
                  <a:cubicBezTo>
                    <a:pt x="1859" y="2045"/>
                    <a:pt x="1870" y="2213"/>
                    <a:pt x="1882" y="2388"/>
                  </a:cubicBezTo>
                  <a:cubicBezTo>
                    <a:pt x="1910" y="2760"/>
                    <a:pt x="1944" y="3160"/>
                    <a:pt x="2191" y="3458"/>
                  </a:cubicBezTo>
                  <a:cubicBezTo>
                    <a:pt x="2349" y="3650"/>
                    <a:pt x="2569" y="3762"/>
                    <a:pt x="2794" y="3852"/>
                  </a:cubicBezTo>
                  <a:cubicBezTo>
                    <a:pt x="2805" y="3830"/>
                    <a:pt x="2805" y="3790"/>
                    <a:pt x="2811" y="3762"/>
                  </a:cubicBezTo>
                  <a:cubicBezTo>
                    <a:pt x="2811" y="3717"/>
                    <a:pt x="2816" y="3666"/>
                    <a:pt x="2816" y="3616"/>
                  </a:cubicBezTo>
                  <a:lnTo>
                    <a:pt x="2833" y="3289"/>
                  </a:lnTo>
                  <a:cubicBezTo>
                    <a:pt x="2845" y="3075"/>
                    <a:pt x="2861" y="2867"/>
                    <a:pt x="2873" y="2658"/>
                  </a:cubicBezTo>
                  <a:cubicBezTo>
                    <a:pt x="2878" y="2529"/>
                    <a:pt x="3075" y="2546"/>
                    <a:pt x="3070" y="2675"/>
                  </a:cubicBezTo>
                  <a:cubicBezTo>
                    <a:pt x="3053" y="2912"/>
                    <a:pt x="3042" y="3148"/>
                    <a:pt x="3030" y="3390"/>
                  </a:cubicBezTo>
                  <a:cubicBezTo>
                    <a:pt x="3019" y="3509"/>
                    <a:pt x="3013" y="3627"/>
                    <a:pt x="3008" y="3745"/>
                  </a:cubicBezTo>
                  <a:cubicBezTo>
                    <a:pt x="3002" y="3807"/>
                    <a:pt x="2997" y="3869"/>
                    <a:pt x="2974" y="3925"/>
                  </a:cubicBezTo>
                  <a:cubicBezTo>
                    <a:pt x="3008" y="3937"/>
                    <a:pt x="3042" y="3948"/>
                    <a:pt x="3075" y="3959"/>
                  </a:cubicBezTo>
                  <a:cubicBezTo>
                    <a:pt x="3402" y="4072"/>
                    <a:pt x="3746" y="4179"/>
                    <a:pt x="4022" y="4399"/>
                  </a:cubicBezTo>
                  <a:cubicBezTo>
                    <a:pt x="4230" y="4567"/>
                    <a:pt x="4388" y="4770"/>
                    <a:pt x="4511" y="4990"/>
                  </a:cubicBezTo>
                  <a:cubicBezTo>
                    <a:pt x="4523" y="4939"/>
                    <a:pt x="4528" y="4883"/>
                    <a:pt x="4540" y="4832"/>
                  </a:cubicBezTo>
                  <a:cubicBezTo>
                    <a:pt x="4562" y="4725"/>
                    <a:pt x="4579" y="4624"/>
                    <a:pt x="4602" y="4522"/>
                  </a:cubicBezTo>
                  <a:lnTo>
                    <a:pt x="4725" y="3892"/>
                  </a:lnTo>
                  <a:cubicBezTo>
                    <a:pt x="4737" y="3841"/>
                    <a:pt x="4776" y="3802"/>
                    <a:pt x="4832" y="3807"/>
                  </a:cubicBezTo>
                  <a:cubicBezTo>
                    <a:pt x="4883" y="3807"/>
                    <a:pt x="4934" y="3858"/>
                    <a:pt x="4923" y="3914"/>
                  </a:cubicBezTo>
                  <a:lnTo>
                    <a:pt x="4782" y="4607"/>
                  </a:lnTo>
                  <a:cubicBezTo>
                    <a:pt x="4759" y="4731"/>
                    <a:pt x="4737" y="4849"/>
                    <a:pt x="4714" y="4973"/>
                  </a:cubicBezTo>
                  <a:cubicBezTo>
                    <a:pt x="4692" y="5063"/>
                    <a:pt x="4680" y="5164"/>
                    <a:pt x="4635" y="5243"/>
                  </a:cubicBezTo>
                  <a:cubicBezTo>
                    <a:pt x="4793" y="5632"/>
                    <a:pt x="4883" y="6054"/>
                    <a:pt x="4979" y="6448"/>
                  </a:cubicBezTo>
                  <a:cubicBezTo>
                    <a:pt x="5080" y="6871"/>
                    <a:pt x="5199" y="7310"/>
                    <a:pt x="5452" y="7659"/>
                  </a:cubicBezTo>
                  <a:cubicBezTo>
                    <a:pt x="5553" y="7287"/>
                    <a:pt x="5649" y="6910"/>
                    <a:pt x="5750" y="6533"/>
                  </a:cubicBezTo>
                  <a:cubicBezTo>
                    <a:pt x="5779" y="6409"/>
                    <a:pt x="5964" y="6482"/>
                    <a:pt x="5936" y="6600"/>
                  </a:cubicBezTo>
                  <a:cubicBezTo>
                    <a:pt x="5824" y="7017"/>
                    <a:pt x="5717" y="7434"/>
                    <a:pt x="5610" y="7845"/>
                  </a:cubicBezTo>
                  <a:cubicBezTo>
                    <a:pt x="5886" y="8138"/>
                    <a:pt x="6274" y="8329"/>
                    <a:pt x="6685" y="8250"/>
                  </a:cubicBezTo>
                  <a:cubicBezTo>
                    <a:pt x="6809" y="8222"/>
                    <a:pt x="6843" y="8419"/>
                    <a:pt x="6719" y="8442"/>
                  </a:cubicBezTo>
                  <a:cubicBezTo>
                    <a:pt x="6223" y="8543"/>
                    <a:pt x="5790" y="8318"/>
                    <a:pt x="5469" y="7975"/>
                  </a:cubicBezTo>
                  <a:cubicBezTo>
                    <a:pt x="5469" y="7975"/>
                    <a:pt x="5463" y="7975"/>
                    <a:pt x="5463" y="7975"/>
                  </a:cubicBezTo>
                  <a:lnTo>
                    <a:pt x="4343" y="7699"/>
                  </a:lnTo>
                  <a:cubicBezTo>
                    <a:pt x="4292" y="7687"/>
                    <a:pt x="4269" y="7620"/>
                    <a:pt x="4286" y="7575"/>
                  </a:cubicBezTo>
                  <a:cubicBezTo>
                    <a:pt x="4303" y="7518"/>
                    <a:pt x="4359" y="7501"/>
                    <a:pt x="4410" y="7518"/>
                  </a:cubicBezTo>
                  <a:lnTo>
                    <a:pt x="5266" y="7727"/>
                  </a:lnTo>
                  <a:cubicBezTo>
                    <a:pt x="5165" y="7580"/>
                    <a:pt x="5080" y="7417"/>
                    <a:pt x="5013" y="7259"/>
                  </a:cubicBezTo>
                  <a:cubicBezTo>
                    <a:pt x="4776" y="6657"/>
                    <a:pt x="4720" y="5975"/>
                    <a:pt x="4478" y="5373"/>
                  </a:cubicBezTo>
                  <a:cubicBezTo>
                    <a:pt x="4354" y="5412"/>
                    <a:pt x="4207" y="5384"/>
                    <a:pt x="4083" y="5373"/>
                  </a:cubicBezTo>
                  <a:cubicBezTo>
                    <a:pt x="3841" y="5356"/>
                    <a:pt x="3605" y="5339"/>
                    <a:pt x="3368" y="5322"/>
                  </a:cubicBezTo>
                  <a:cubicBezTo>
                    <a:pt x="3239" y="5311"/>
                    <a:pt x="3256" y="5114"/>
                    <a:pt x="3385" y="5125"/>
                  </a:cubicBezTo>
                  <a:lnTo>
                    <a:pt x="4005" y="5170"/>
                  </a:lnTo>
                  <a:cubicBezTo>
                    <a:pt x="4100" y="5176"/>
                    <a:pt x="4202" y="5187"/>
                    <a:pt x="4303" y="5193"/>
                  </a:cubicBezTo>
                  <a:cubicBezTo>
                    <a:pt x="4337" y="5193"/>
                    <a:pt x="4365" y="5193"/>
                    <a:pt x="4393" y="5187"/>
                  </a:cubicBezTo>
                  <a:cubicBezTo>
                    <a:pt x="4348" y="5097"/>
                    <a:pt x="4292" y="5001"/>
                    <a:pt x="4230" y="4911"/>
                  </a:cubicBezTo>
                  <a:cubicBezTo>
                    <a:pt x="4016" y="4601"/>
                    <a:pt x="3717" y="4410"/>
                    <a:pt x="3368" y="4275"/>
                  </a:cubicBezTo>
                  <a:cubicBezTo>
                    <a:pt x="3177" y="4201"/>
                    <a:pt x="2985" y="4139"/>
                    <a:pt x="2794" y="4066"/>
                  </a:cubicBezTo>
                  <a:cubicBezTo>
                    <a:pt x="2743" y="4078"/>
                    <a:pt x="2692" y="4078"/>
                    <a:pt x="2642" y="4078"/>
                  </a:cubicBezTo>
                  <a:cubicBezTo>
                    <a:pt x="2524" y="4072"/>
                    <a:pt x="2400" y="4072"/>
                    <a:pt x="2281" y="4072"/>
                  </a:cubicBezTo>
                  <a:lnTo>
                    <a:pt x="1549" y="4061"/>
                  </a:lnTo>
                  <a:cubicBezTo>
                    <a:pt x="1425" y="4061"/>
                    <a:pt x="1442" y="3864"/>
                    <a:pt x="1572" y="3864"/>
                  </a:cubicBezTo>
                  <a:cubicBezTo>
                    <a:pt x="1786" y="3864"/>
                    <a:pt x="2000" y="3869"/>
                    <a:pt x="2214" y="3875"/>
                  </a:cubicBezTo>
                  <a:cubicBezTo>
                    <a:pt x="2270" y="3875"/>
                    <a:pt x="2326" y="3875"/>
                    <a:pt x="2383" y="3875"/>
                  </a:cubicBezTo>
                  <a:cubicBezTo>
                    <a:pt x="2096" y="3700"/>
                    <a:pt x="1893" y="3436"/>
                    <a:pt x="1791" y="3109"/>
                  </a:cubicBezTo>
                  <a:cubicBezTo>
                    <a:pt x="1679" y="2737"/>
                    <a:pt x="1690" y="2343"/>
                    <a:pt x="1651" y="1960"/>
                  </a:cubicBezTo>
                  <a:cubicBezTo>
                    <a:pt x="1651" y="1954"/>
                    <a:pt x="1651" y="1949"/>
                    <a:pt x="1651" y="1943"/>
                  </a:cubicBezTo>
                  <a:cubicBezTo>
                    <a:pt x="1397" y="1831"/>
                    <a:pt x="1149" y="1712"/>
                    <a:pt x="896" y="1600"/>
                  </a:cubicBezTo>
                  <a:cubicBezTo>
                    <a:pt x="851" y="1577"/>
                    <a:pt x="817" y="1526"/>
                    <a:pt x="840" y="1470"/>
                  </a:cubicBezTo>
                  <a:cubicBezTo>
                    <a:pt x="857" y="1425"/>
                    <a:pt x="919" y="1391"/>
                    <a:pt x="964" y="1414"/>
                  </a:cubicBezTo>
                  <a:cubicBezTo>
                    <a:pt x="1178" y="1510"/>
                    <a:pt x="1397" y="1611"/>
                    <a:pt x="1611" y="1712"/>
                  </a:cubicBezTo>
                  <a:cubicBezTo>
                    <a:pt x="1544" y="1386"/>
                    <a:pt x="1409" y="1093"/>
                    <a:pt x="1183" y="834"/>
                  </a:cubicBezTo>
                  <a:cubicBezTo>
                    <a:pt x="907" y="518"/>
                    <a:pt x="530" y="299"/>
                    <a:pt x="125" y="220"/>
                  </a:cubicBezTo>
                  <a:cubicBezTo>
                    <a:pt x="1" y="197"/>
                    <a:pt x="18" y="0"/>
                    <a:pt x="141" y="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1213165" y="1098955"/>
              <a:ext cx="706757" cy="1370348"/>
            </a:xfrm>
            <a:custGeom>
              <a:rect b="b" l="l" r="r" t="t"/>
              <a:pathLst>
                <a:path extrusionOk="0" h="9873" w="5092">
                  <a:moveTo>
                    <a:pt x="739" y="4405"/>
                  </a:moveTo>
                  <a:cubicBezTo>
                    <a:pt x="817" y="4641"/>
                    <a:pt x="817" y="4878"/>
                    <a:pt x="767" y="5114"/>
                  </a:cubicBezTo>
                  <a:cubicBezTo>
                    <a:pt x="677" y="5537"/>
                    <a:pt x="468" y="5948"/>
                    <a:pt x="496" y="6392"/>
                  </a:cubicBezTo>
                  <a:cubicBezTo>
                    <a:pt x="525" y="6764"/>
                    <a:pt x="761" y="7046"/>
                    <a:pt x="1060" y="7248"/>
                  </a:cubicBezTo>
                  <a:cubicBezTo>
                    <a:pt x="1347" y="7446"/>
                    <a:pt x="1679" y="7581"/>
                    <a:pt x="1944" y="7817"/>
                  </a:cubicBezTo>
                  <a:cubicBezTo>
                    <a:pt x="2096" y="7952"/>
                    <a:pt x="2203" y="8116"/>
                    <a:pt x="2248" y="8313"/>
                  </a:cubicBezTo>
                  <a:cubicBezTo>
                    <a:pt x="2310" y="8549"/>
                    <a:pt x="2310" y="8797"/>
                    <a:pt x="2377" y="9028"/>
                  </a:cubicBezTo>
                  <a:cubicBezTo>
                    <a:pt x="2496" y="9428"/>
                    <a:pt x="2828" y="9732"/>
                    <a:pt x="3239" y="9811"/>
                  </a:cubicBezTo>
                  <a:cubicBezTo>
                    <a:pt x="3571" y="9873"/>
                    <a:pt x="3920" y="9755"/>
                    <a:pt x="4168" y="9529"/>
                  </a:cubicBezTo>
                  <a:cubicBezTo>
                    <a:pt x="4450" y="9366"/>
                    <a:pt x="4692" y="9129"/>
                    <a:pt x="4838" y="8837"/>
                  </a:cubicBezTo>
                  <a:cubicBezTo>
                    <a:pt x="5047" y="8437"/>
                    <a:pt x="5092" y="7952"/>
                    <a:pt x="4951" y="7524"/>
                  </a:cubicBezTo>
                  <a:cubicBezTo>
                    <a:pt x="4810" y="7080"/>
                    <a:pt x="4439" y="6702"/>
                    <a:pt x="4416" y="6218"/>
                  </a:cubicBezTo>
                  <a:cubicBezTo>
                    <a:pt x="4399" y="5790"/>
                    <a:pt x="4641" y="5390"/>
                    <a:pt x="4776" y="4996"/>
                  </a:cubicBezTo>
                  <a:cubicBezTo>
                    <a:pt x="4912" y="4624"/>
                    <a:pt x="4945" y="4236"/>
                    <a:pt x="4714" y="3892"/>
                  </a:cubicBezTo>
                  <a:cubicBezTo>
                    <a:pt x="4506" y="3571"/>
                    <a:pt x="4163" y="3374"/>
                    <a:pt x="3926" y="3081"/>
                  </a:cubicBezTo>
                  <a:cubicBezTo>
                    <a:pt x="3791" y="2923"/>
                    <a:pt x="3706" y="2743"/>
                    <a:pt x="3690" y="2541"/>
                  </a:cubicBezTo>
                  <a:cubicBezTo>
                    <a:pt x="3673" y="2298"/>
                    <a:pt x="3735" y="2056"/>
                    <a:pt x="3785" y="1825"/>
                  </a:cubicBezTo>
                  <a:cubicBezTo>
                    <a:pt x="3881" y="1392"/>
                    <a:pt x="3943" y="952"/>
                    <a:pt x="3684" y="564"/>
                  </a:cubicBezTo>
                  <a:cubicBezTo>
                    <a:pt x="3470" y="226"/>
                    <a:pt x="3081" y="1"/>
                    <a:pt x="2676" y="12"/>
                  </a:cubicBezTo>
                  <a:cubicBezTo>
                    <a:pt x="2282" y="23"/>
                    <a:pt x="1893" y="249"/>
                    <a:pt x="1685" y="586"/>
                  </a:cubicBezTo>
                  <a:cubicBezTo>
                    <a:pt x="1561" y="789"/>
                    <a:pt x="1527" y="1014"/>
                    <a:pt x="1471" y="1240"/>
                  </a:cubicBezTo>
                  <a:cubicBezTo>
                    <a:pt x="1420" y="1448"/>
                    <a:pt x="1330" y="1623"/>
                    <a:pt x="1161" y="1763"/>
                  </a:cubicBezTo>
                  <a:cubicBezTo>
                    <a:pt x="879" y="2006"/>
                    <a:pt x="491" y="2135"/>
                    <a:pt x="277" y="2456"/>
                  </a:cubicBezTo>
                  <a:cubicBezTo>
                    <a:pt x="1" y="2867"/>
                    <a:pt x="187" y="3368"/>
                    <a:pt x="406" y="3763"/>
                  </a:cubicBezTo>
                  <a:cubicBezTo>
                    <a:pt x="525" y="3971"/>
                    <a:pt x="660" y="4179"/>
                    <a:pt x="739" y="44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1399984" y="1173211"/>
              <a:ext cx="398765" cy="1248484"/>
            </a:xfrm>
            <a:custGeom>
              <a:rect b="b" l="l" r="r" t="t"/>
              <a:pathLst>
                <a:path extrusionOk="0" h="8995" w="2873">
                  <a:moveTo>
                    <a:pt x="187" y="1476"/>
                  </a:moveTo>
                  <a:lnTo>
                    <a:pt x="941" y="1808"/>
                  </a:lnTo>
                  <a:cubicBezTo>
                    <a:pt x="891" y="1730"/>
                    <a:pt x="846" y="1651"/>
                    <a:pt x="806" y="1566"/>
                  </a:cubicBezTo>
                  <a:cubicBezTo>
                    <a:pt x="671" y="1273"/>
                    <a:pt x="637" y="952"/>
                    <a:pt x="761" y="654"/>
                  </a:cubicBezTo>
                  <a:cubicBezTo>
                    <a:pt x="879" y="355"/>
                    <a:pt x="1121" y="113"/>
                    <a:pt x="1426" y="12"/>
                  </a:cubicBezTo>
                  <a:cubicBezTo>
                    <a:pt x="1437" y="6"/>
                    <a:pt x="1448" y="6"/>
                    <a:pt x="1454" y="6"/>
                  </a:cubicBezTo>
                  <a:cubicBezTo>
                    <a:pt x="1465" y="6"/>
                    <a:pt x="1476" y="1"/>
                    <a:pt x="1488" y="1"/>
                  </a:cubicBezTo>
                  <a:cubicBezTo>
                    <a:pt x="1561" y="1"/>
                    <a:pt x="1583" y="68"/>
                    <a:pt x="1566" y="125"/>
                  </a:cubicBezTo>
                  <a:cubicBezTo>
                    <a:pt x="1561" y="153"/>
                    <a:pt x="1544" y="175"/>
                    <a:pt x="1510" y="192"/>
                  </a:cubicBezTo>
                  <a:cubicBezTo>
                    <a:pt x="1510" y="192"/>
                    <a:pt x="1510" y="192"/>
                    <a:pt x="1510" y="192"/>
                  </a:cubicBezTo>
                  <a:cubicBezTo>
                    <a:pt x="1510" y="192"/>
                    <a:pt x="1510" y="192"/>
                    <a:pt x="1510" y="192"/>
                  </a:cubicBezTo>
                  <a:cubicBezTo>
                    <a:pt x="1223" y="288"/>
                    <a:pt x="1003" y="513"/>
                    <a:pt x="919" y="806"/>
                  </a:cubicBezTo>
                  <a:cubicBezTo>
                    <a:pt x="829" y="1093"/>
                    <a:pt x="913" y="1375"/>
                    <a:pt x="1060" y="1628"/>
                  </a:cubicBezTo>
                  <a:cubicBezTo>
                    <a:pt x="1110" y="1713"/>
                    <a:pt x="1161" y="1792"/>
                    <a:pt x="1217" y="1870"/>
                  </a:cubicBezTo>
                  <a:cubicBezTo>
                    <a:pt x="1313" y="1673"/>
                    <a:pt x="1409" y="1476"/>
                    <a:pt x="1504" y="1279"/>
                  </a:cubicBezTo>
                  <a:cubicBezTo>
                    <a:pt x="1561" y="1166"/>
                    <a:pt x="1747" y="1234"/>
                    <a:pt x="1690" y="1352"/>
                  </a:cubicBezTo>
                  <a:lnTo>
                    <a:pt x="1347" y="2056"/>
                  </a:lnTo>
                  <a:cubicBezTo>
                    <a:pt x="1566" y="2372"/>
                    <a:pt x="1780" y="2693"/>
                    <a:pt x="1792" y="3104"/>
                  </a:cubicBezTo>
                  <a:cubicBezTo>
                    <a:pt x="1792" y="3363"/>
                    <a:pt x="1718" y="3605"/>
                    <a:pt x="1628" y="3847"/>
                  </a:cubicBezTo>
                  <a:cubicBezTo>
                    <a:pt x="1679" y="3802"/>
                    <a:pt x="1730" y="3757"/>
                    <a:pt x="1786" y="3712"/>
                  </a:cubicBezTo>
                  <a:cubicBezTo>
                    <a:pt x="1949" y="3565"/>
                    <a:pt x="2118" y="3425"/>
                    <a:pt x="2287" y="3278"/>
                  </a:cubicBezTo>
                  <a:cubicBezTo>
                    <a:pt x="2383" y="3194"/>
                    <a:pt x="2512" y="3346"/>
                    <a:pt x="2417" y="3430"/>
                  </a:cubicBezTo>
                  <a:cubicBezTo>
                    <a:pt x="2225" y="3594"/>
                    <a:pt x="2034" y="3757"/>
                    <a:pt x="1842" y="3920"/>
                  </a:cubicBezTo>
                  <a:cubicBezTo>
                    <a:pt x="1752" y="3999"/>
                    <a:pt x="1662" y="4089"/>
                    <a:pt x="1561" y="4157"/>
                  </a:cubicBezTo>
                  <a:cubicBezTo>
                    <a:pt x="1538" y="4179"/>
                    <a:pt x="1510" y="4191"/>
                    <a:pt x="1488" y="4196"/>
                  </a:cubicBezTo>
                  <a:cubicBezTo>
                    <a:pt x="1392" y="4433"/>
                    <a:pt x="1302" y="4669"/>
                    <a:pt x="1274" y="4917"/>
                  </a:cubicBezTo>
                  <a:cubicBezTo>
                    <a:pt x="1228" y="5339"/>
                    <a:pt x="1375" y="5728"/>
                    <a:pt x="1578" y="6094"/>
                  </a:cubicBezTo>
                  <a:cubicBezTo>
                    <a:pt x="1820" y="5722"/>
                    <a:pt x="2056" y="5351"/>
                    <a:pt x="2298" y="4979"/>
                  </a:cubicBezTo>
                  <a:cubicBezTo>
                    <a:pt x="2366" y="4872"/>
                    <a:pt x="2529" y="4990"/>
                    <a:pt x="2456" y="5097"/>
                  </a:cubicBezTo>
                  <a:cubicBezTo>
                    <a:pt x="2203" y="5491"/>
                    <a:pt x="1944" y="5891"/>
                    <a:pt x="1690" y="6285"/>
                  </a:cubicBezTo>
                  <a:cubicBezTo>
                    <a:pt x="1814" y="6488"/>
                    <a:pt x="1944" y="6685"/>
                    <a:pt x="2056" y="6877"/>
                  </a:cubicBezTo>
                  <a:cubicBezTo>
                    <a:pt x="2158" y="7051"/>
                    <a:pt x="2248" y="7243"/>
                    <a:pt x="2321" y="7440"/>
                  </a:cubicBezTo>
                  <a:cubicBezTo>
                    <a:pt x="2422" y="7232"/>
                    <a:pt x="2529" y="7023"/>
                    <a:pt x="2631" y="6820"/>
                  </a:cubicBezTo>
                  <a:cubicBezTo>
                    <a:pt x="2687" y="6708"/>
                    <a:pt x="2873" y="6775"/>
                    <a:pt x="2817" y="6888"/>
                  </a:cubicBezTo>
                  <a:lnTo>
                    <a:pt x="2400" y="7716"/>
                  </a:lnTo>
                  <a:cubicBezTo>
                    <a:pt x="2496" y="8116"/>
                    <a:pt x="2467" y="8532"/>
                    <a:pt x="2208" y="8893"/>
                  </a:cubicBezTo>
                  <a:cubicBezTo>
                    <a:pt x="2130" y="8994"/>
                    <a:pt x="1966" y="8882"/>
                    <a:pt x="2045" y="8775"/>
                  </a:cubicBezTo>
                  <a:cubicBezTo>
                    <a:pt x="2265" y="8476"/>
                    <a:pt x="2293" y="8138"/>
                    <a:pt x="2220" y="7800"/>
                  </a:cubicBezTo>
                  <a:cubicBezTo>
                    <a:pt x="1887" y="7603"/>
                    <a:pt x="1561" y="7412"/>
                    <a:pt x="1228" y="7215"/>
                  </a:cubicBezTo>
                  <a:cubicBezTo>
                    <a:pt x="1116" y="7153"/>
                    <a:pt x="1234" y="6989"/>
                    <a:pt x="1341" y="7051"/>
                  </a:cubicBezTo>
                  <a:cubicBezTo>
                    <a:pt x="1611" y="7209"/>
                    <a:pt x="1876" y="7367"/>
                    <a:pt x="2141" y="7524"/>
                  </a:cubicBezTo>
                  <a:cubicBezTo>
                    <a:pt x="2056" y="7294"/>
                    <a:pt x="1944" y="7068"/>
                    <a:pt x="1820" y="6871"/>
                  </a:cubicBezTo>
                  <a:cubicBezTo>
                    <a:pt x="1718" y="6702"/>
                    <a:pt x="1606" y="6528"/>
                    <a:pt x="1504" y="6353"/>
                  </a:cubicBezTo>
                  <a:cubicBezTo>
                    <a:pt x="1082" y="6038"/>
                    <a:pt x="665" y="5717"/>
                    <a:pt x="243" y="5401"/>
                  </a:cubicBezTo>
                  <a:cubicBezTo>
                    <a:pt x="142" y="5323"/>
                    <a:pt x="254" y="5159"/>
                    <a:pt x="356" y="5238"/>
                  </a:cubicBezTo>
                  <a:cubicBezTo>
                    <a:pt x="665" y="5469"/>
                    <a:pt x="975" y="5705"/>
                    <a:pt x="1279" y="5936"/>
                  </a:cubicBezTo>
                  <a:cubicBezTo>
                    <a:pt x="1133" y="5615"/>
                    <a:pt x="1037" y="5283"/>
                    <a:pt x="1076" y="4917"/>
                  </a:cubicBezTo>
                  <a:cubicBezTo>
                    <a:pt x="1099" y="4652"/>
                    <a:pt x="1195" y="4405"/>
                    <a:pt x="1302" y="4157"/>
                  </a:cubicBezTo>
                  <a:cubicBezTo>
                    <a:pt x="1228" y="4100"/>
                    <a:pt x="1172" y="4005"/>
                    <a:pt x="1121" y="3932"/>
                  </a:cubicBezTo>
                  <a:cubicBezTo>
                    <a:pt x="1048" y="3830"/>
                    <a:pt x="969" y="3729"/>
                    <a:pt x="896" y="3622"/>
                  </a:cubicBezTo>
                  <a:lnTo>
                    <a:pt x="446" y="2991"/>
                  </a:lnTo>
                  <a:cubicBezTo>
                    <a:pt x="367" y="2890"/>
                    <a:pt x="519" y="2760"/>
                    <a:pt x="592" y="2867"/>
                  </a:cubicBezTo>
                  <a:cubicBezTo>
                    <a:pt x="851" y="3216"/>
                    <a:pt x="1099" y="3571"/>
                    <a:pt x="1358" y="3920"/>
                  </a:cubicBezTo>
                  <a:cubicBezTo>
                    <a:pt x="1364" y="3932"/>
                    <a:pt x="1369" y="3943"/>
                    <a:pt x="1381" y="3960"/>
                  </a:cubicBezTo>
                  <a:cubicBezTo>
                    <a:pt x="1499" y="3678"/>
                    <a:pt x="1600" y="3391"/>
                    <a:pt x="1595" y="3087"/>
                  </a:cubicBezTo>
                  <a:cubicBezTo>
                    <a:pt x="1583" y="2715"/>
                    <a:pt x="1375" y="2417"/>
                    <a:pt x="1161" y="2124"/>
                  </a:cubicBezTo>
                  <a:lnTo>
                    <a:pt x="119" y="1662"/>
                  </a:lnTo>
                  <a:cubicBezTo>
                    <a:pt x="1" y="1606"/>
                    <a:pt x="68" y="1420"/>
                    <a:pt x="187" y="147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469913" y="1954080"/>
              <a:ext cx="1267916" cy="830287"/>
            </a:xfrm>
            <a:custGeom>
              <a:rect b="b" l="l" r="r" t="t"/>
              <a:pathLst>
                <a:path extrusionOk="0" h="5982" w="9135">
                  <a:moveTo>
                    <a:pt x="2912" y="4551"/>
                  </a:moveTo>
                  <a:cubicBezTo>
                    <a:pt x="3154" y="4602"/>
                    <a:pt x="3351" y="4731"/>
                    <a:pt x="3526" y="4900"/>
                  </a:cubicBezTo>
                  <a:cubicBezTo>
                    <a:pt x="3841" y="5199"/>
                    <a:pt x="4077" y="5598"/>
                    <a:pt x="4472" y="5807"/>
                  </a:cubicBezTo>
                  <a:cubicBezTo>
                    <a:pt x="4798" y="5981"/>
                    <a:pt x="5164" y="5931"/>
                    <a:pt x="5491" y="5784"/>
                  </a:cubicBezTo>
                  <a:cubicBezTo>
                    <a:pt x="5812" y="5643"/>
                    <a:pt x="6105" y="5435"/>
                    <a:pt x="6448" y="5334"/>
                  </a:cubicBezTo>
                  <a:cubicBezTo>
                    <a:pt x="6640" y="5283"/>
                    <a:pt x="6837" y="5277"/>
                    <a:pt x="7028" y="5339"/>
                  </a:cubicBezTo>
                  <a:cubicBezTo>
                    <a:pt x="7259" y="5412"/>
                    <a:pt x="7468" y="5548"/>
                    <a:pt x="7704" y="5610"/>
                  </a:cubicBezTo>
                  <a:cubicBezTo>
                    <a:pt x="8098" y="5722"/>
                    <a:pt x="8538" y="5604"/>
                    <a:pt x="8819" y="5300"/>
                  </a:cubicBezTo>
                  <a:cubicBezTo>
                    <a:pt x="9050" y="5046"/>
                    <a:pt x="9135" y="4692"/>
                    <a:pt x="9073" y="4359"/>
                  </a:cubicBezTo>
                  <a:cubicBezTo>
                    <a:pt x="9090" y="4033"/>
                    <a:pt x="9011" y="3706"/>
                    <a:pt x="8847" y="3419"/>
                  </a:cubicBezTo>
                  <a:cubicBezTo>
                    <a:pt x="8617" y="3030"/>
                    <a:pt x="8228" y="2743"/>
                    <a:pt x="7789" y="2631"/>
                  </a:cubicBezTo>
                  <a:cubicBezTo>
                    <a:pt x="7338" y="2512"/>
                    <a:pt x="6826" y="2631"/>
                    <a:pt x="6403" y="2394"/>
                  </a:cubicBezTo>
                  <a:cubicBezTo>
                    <a:pt x="6026" y="2180"/>
                    <a:pt x="5818" y="1763"/>
                    <a:pt x="5559" y="1437"/>
                  </a:cubicBezTo>
                  <a:cubicBezTo>
                    <a:pt x="5311" y="1127"/>
                    <a:pt x="5001" y="890"/>
                    <a:pt x="4584" y="902"/>
                  </a:cubicBezTo>
                  <a:cubicBezTo>
                    <a:pt x="4207" y="913"/>
                    <a:pt x="3858" y="1093"/>
                    <a:pt x="3481" y="1144"/>
                  </a:cubicBezTo>
                  <a:cubicBezTo>
                    <a:pt x="3278" y="1172"/>
                    <a:pt x="3081" y="1149"/>
                    <a:pt x="2901" y="1054"/>
                  </a:cubicBezTo>
                  <a:cubicBezTo>
                    <a:pt x="2687" y="947"/>
                    <a:pt x="2512" y="761"/>
                    <a:pt x="2343" y="598"/>
                  </a:cubicBezTo>
                  <a:cubicBezTo>
                    <a:pt x="2028" y="288"/>
                    <a:pt x="1690" y="1"/>
                    <a:pt x="1217" y="12"/>
                  </a:cubicBezTo>
                  <a:cubicBezTo>
                    <a:pt x="817" y="17"/>
                    <a:pt x="423" y="220"/>
                    <a:pt x="214" y="575"/>
                  </a:cubicBezTo>
                  <a:cubicBezTo>
                    <a:pt x="17" y="919"/>
                    <a:pt x="0" y="1363"/>
                    <a:pt x="175" y="1718"/>
                  </a:cubicBezTo>
                  <a:cubicBezTo>
                    <a:pt x="282" y="1932"/>
                    <a:pt x="456" y="2079"/>
                    <a:pt x="620" y="2248"/>
                  </a:cubicBezTo>
                  <a:cubicBezTo>
                    <a:pt x="766" y="2400"/>
                    <a:pt x="868" y="2569"/>
                    <a:pt x="896" y="2783"/>
                  </a:cubicBezTo>
                  <a:cubicBezTo>
                    <a:pt x="952" y="3154"/>
                    <a:pt x="856" y="3554"/>
                    <a:pt x="1014" y="3903"/>
                  </a:cubicBezTo>
                  <a:cubicBezTo>
                    <a:pt x="1217" y="4354"/>
                    <a:pt x="1746" y="4466"/>
                    <a:pt x="2191" y="4489"/>
                  </a:cubicBezTo>
                  <a:cubicBezTo>
                    <a:pt x="2433" y="4495"/>
                    <a:pt x="2675" y="4495"/>
                    <a:pt x="2912" y="455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559714" y="2045546"/>
              <a:ext cx="1118708" cy="605851"/>
            </a:xfrm>
            <a:custGeom>
              <a:rect b="b" l="l" r="r" t="t"/>
              <a:pathLst>
                <a:path extrusionOk="0" h="4365" w="8060">
                  <a:moveTo>
                    <a:pt x="654" y="1943"/>
                  </a:moveTo>
                  <a:lnTo>
                    <a:pt x="1341" y="1482"/>
                  </a:lnTo>
                  <a:cubicBezTo>
                    <a:pt x="1245" y="1482"/>
                    <a:pt x="1155" y="1482"/>
                    <a:pt x="1060" y="1470"/>
                  </a:cubicBezTo>
                  <a:cubicBezTo>
                    <a:pt x="744" y="1431"/>
                    <a:pt x="457" y="1284"/>
                    <a:pt x="266" y="1020"/>
                  </a:cubicBezTo>
                  <a:cubicBezTo>
                    <a:pt x="80" y="766"/>
                    <a:pt x="1" y="428"/>
                    <a:pt x="74" y="119"/>
                  </a:cubicBezTo>
                  <a:cubicBezTo>
                    <a:pt x="74" y="107"/>
                    <a:pt x="80" y="102"/>
                    <a:pt x="85" y="91"/>
                  </a:cubicBezTo>
                  <a:cubicBezTo>
                    <a:pt x="91" y="79"/>
                    <a:pt x="91" y="74"/>
                    <a:pt x="97" y="62"/>
                  </a:cubicBezTo>
                  <a:cubicBezTo>
                    <a:pt x="136" y="0"/>
                    <a:pt x="209" y="17"/>
                    <a:pt x="243" y="62"/>
                  </a:cubicBezTo>
                  <a:cubicBezTo>
                    <a:pt x="266" y="79"/>
                    <a:pt x="277" y="102"/>
                    <a:pt x="271" y="141"/>
                  </a:cubicBezTo>
                  <a:cubicBezTo>
                    <a:pt x="271" y="141"/>
                    <a:pt x="271" y="141"/>
                    <a:pt x="271" y="141"/>
                  </a:cubicBezTo>
                  <a:lnTo>
                    <a:pt x="271" y="141"/>
                  </a:lnTo>
                  <a:cubicBezTo>
                    <a:pt x="204" y="434"/>
                    <a:pt x="277" y="744"/>
                    <a:pt x="474" y="969"/>
                  </a:cubicBezTo>
                  <a:cubicBezTo>
                    <a:pt x="671" y="1200"/>
                    <a:pt x="958" y="1273"/>
                    <a:pt x="1251" y="1284"/>
                  </a:cubicBezTo>
                  <a:cubicBezTo>
                    <a:pt x="1347" y="1290"/>
                    <a:pt x="1443" y="1284"/>
                    <a:pt x="1538" y="1284"/>
                  </a:cubicBezTo>
                  <a:cubicBezTo>
                    <a:pt x="1426" y="1099"/>
                    <a:pt x="1307" y="907"/>
                    <a:pt x="1195" y="721"/>
                  </a:cubicBezTo>
                  <a:cubicBezTo>
                    <a:pt x="1127" y="614"/>
                    <a:pt x="1279" y="496"/>
                    <a:pt x="1347" y="603"/>
                  </a:cubicBezTo>
                  <a:lnTo>
                    <a:pt x="1764" y="1273"/>
                  </a:lnTo>
                  <a:cubicBezTo>
                    <a:pt x="2152" y="1251"/>
                    <a:pt x="2535" y="1239"/>
                    <a:pt x="2884" y="1448"/>
                  </a:cubicBezTo>
                  <a:cubicBezTo>
                    <a:pt x="3109" y="1583"/>
                    <a:pt x="3278" y="1774"/>
                    <a:pt x="3430" y="1977"/>
                  </a:cubicBezTo>
                  <a:cubicBezTo>
                    <a:pt x="3419" y="1910"/>
                    <a:pt x="3408" y="1842"/>
                    <a:pt x="3402" y="1780"/>
                  </a:cubicBezTo>
                  <a:cubicBezTo>
                    <a:pt x="3369" y="1560"/>
                    <a:pt x="3335" y="1341"/>
                    <a:pt x="3301" y="1121"/>
                  </a:cubicBezTo>
                  <a:cubicBezTo>
                    <a:pt x="3284" y="992"/>
                    <a:pt x="3476" y="969"/>
                    <a:pt x="3498" y="1093"/>
                  </a:cubicBezTo>
                  <a:cubicBezTo>
                    <a:pt x="3532" y="1341"/>
                    <a:pt x="3571" y="1589"/>
                    <a:pt x="3611" y="1836"/>
                  </a:cubicBezTo>
                  <a:cubicBezTo>
                    <a:pt x="3628" y="1960"/>
                    <a:pt x="3656" y="2079"/>
                    <a:pt x="3661" y="2202"/>
                  </a:cubicBezTo>
                  <a:cubicBezTo>
                    <a:pt x="3667" y="2231"/>
                    <a:pt x="3661" y="2259"/>
                    <a:pt x="3656" y="2287"/>
                  </a:cubicBezTo>
                  <a:cubicBezTo>
                    <a:pt x="3802" y="2495"/>
                    <a:pt x="3954" y="2692"/>
                    <a:pt x="4151" y="2850"/>
                  </a:cubicBezTo>
                  <a:cubicBezTo>
                    <a:pt x="4484" y="3115"/>
                    <a:pt x="4895" y="3194"/>
                    <a:pt x="5311" y="3216"/>
                  </a:cubicBezTo>
                  <a:cubicBezTo>
                    <a:pt x="5126" y="2816"/>
                    <a:pt x="4934" y="2416"/>
                    <a:pt x="4748" y="2017"/>
                  </a:cubicBezTo>
                  <a:cubicBezTo>
                    <a:pt x="4692" y="1904"/>
                    <a:pt x="4878" y="1825"/>
                    <a:pt x="4928" y="1943"/>
                  </a:cubicBezTo>
                  <a:cubicBezTo>
                    <a:pt x="5131" y="2366"/>
                    <a:pt x="5334" y="2794"/>
                    <a:pt x="5531" y="3222"/>
                  </a:cubicBezTo>
                  <a:cubicBezTo>
                    <a:pt x="5768" y="3227"/>
                    <a:pt x="6004" y="3222"/>
                    <a:pt x="6229" y="3227"/>
                  </a:cubicBezTo>
                  <a:cubicBezTo>
                    <a:pt x="6432" y="3233"/>
                    <a:pt x="6640" y="3256"/>
                    <a:pt x="6843" y="3301"/>
                  </a:cubicBezTo>
                  <a:lnTo>
                    <a:pt x="6483" y="2709"/>
                  </a:lnTo>
                  <a:cubicBezTo>
                    <a:pt x="6415" y="2602"/>
                    <a:pt x="6573" y="2478"/>
                    <a:pt x="6640" y="2585"/>
                  </a:cubicBezTo>
                  <a:cubicBezTo>
                    <a:pt x="6798" y="2850"/>
                    <a:pt x="6961" y="3115"/>
                    <a:pt x="7119" y="3379"/>
                  </a:cubicBezTo>
                  <a:cubicBezTo>
                    <a:pt x="7513" y="3515"/>
                    <a:pt x="7851" y="3757"/>
                    <a:pt x="8015" y="4168"/>
                  </a:cubicBezTo>
                  <a:cubicBezTo>
                    <a:pt x="8060" y="4286"/>
                    <a:pt x="7879" y="4365"/>
                    <a:pt x="7834" y="4247"/>
                  </a:cubicBezTo>
                  <a:cubicBezTo>
                    <a:pt x="7694" y="3898"/>
                    <a:pt x="7423" y="3695"/>
                    <a:pt x="7097" y="3577"/>
                  </a:cubicBezTo>
                  <a:cubicBezTo>
                    <a:pt x="6759" y="3751"/>
                    <a:pt x="6415" y="3931"/>
                    <a:pt x="6077" y="4106"/>
                  </a:cubicBezTo>
                  <a:cubicBezTo>
                    <a:pt x="5965" y="4168"/>
                    <a:pt x="5886" y="3982"/>
                    <a:pt x="5998" y="3926"/>
                  </a:cubicBezTo>
                  <a:cubicBezTo>
                    <a:pt x="6274" y="3785"/>
                    <a:pt x="6550" y="3638"/>
                    <a:pt x="6821" y="3498"/>
                  </a:cubicBezTo>
                  <a:cubicBezTo>
                    <a:pt x="6579" y="3441"/>
                    <a:pt x="6331" y="3424"/>
                    <a:pt x="6100" y="3419"/>
                  </a:cubicBezTo>
                  <a:cubicBezTo>
                    <a:pt x="5897" y="3419"/>
                    <a:pt x="5694" y="3419"/>
                    <a:pt x="5492" y="3413"/>
                  </a:cubicBezTo>
                  <a:cubicBezTo>
                    <a:pt x="4996" y="3605"/>
                    <a:pt x="4506" y="3791"/>
                    <a:pt x="4016" y="3976"/>
                  </a:cubicBezTo>
                  <a:cubicBezTo>
                    <a:pt x="3898" y="4021"/>
                    <a:pt x="3819" y="3841"/>
                    <a:pt x="3937" y="3796"/>
                  </a:cubicBezTo>
                  <a:cubicBezTo>
                    <a:pt x="4298" y="3661"/>
                    <a:pt x="4658" y="3520"/>
                    <a:pt x="5019" y="3385"/>
                  </a:cubicBezTo>
                  <a:cubicBezTo>
                    <a:pt x="4669" y="3340"/>
                    <a:pt x="4337" y="3244"/>
                    <a:pt x="4050" y="3019"/>
                  </a:cubicBezTo>
                  <a:cubicBezTo>
                    <a:pt x="3836" y="2856"/>
                    <a:pt x="3678" y="2642"/>
                    <a:pt x="3521" y="2422"/>
                  </a:cubicBezTo>
                  <a:cubicBezTo>
                    <a:pt x="3430" y="2456"/>
                    <a:pt x="3329" y="2450"/>
                    <a:pt x="3233" y="2456"/>
                  </a:cubicBezTo>
                  <a:lnTo>
                    <a:pt x="2856" y="2484"/>
                  </a:lnTo>
                  <a:cubicBezTo>
                    <a:pt x="2597" y="2501"/>
                    <a:pt x="2338" y="2518"/>
                    <a:pt x="2079" y="2535"/>
                  </a:cubicBezTo>
                  <a:cubicBezTo>
                    <a:pt x="1955" y="2540"/>
                    <a:pt x="1927" y="2343"/>
                    <a:pt x="2051" y="2338"/>
                  </a:cubicBezTo>
                  <a:cubicBezTo>
                    <a:pt x="2484" y="2309"/>
                    <a:pt x="2918" y="2281"/>
                    <a:pt x="3352" y="2253"/>
                  </a:cubicBezTo>
                  <a:cubicBezTo>
                    <a:pt x="3363" y="2253"/>
                    <a:pt x="3380" y="2253"/>
                    <a:pt x="3397" y="2253"/>
                  </a:cubicBezTo>
                  <a:cubicBezTo>
                    <a:pt x="3222" y="2000"/>
                    <a:pt x="3031" y="1763"/>
                    <a:pt x="2766" y="1605"/>
                  </a:cubicBezTo>
                  <a:cubicBezTo>
                    <a:pt x="2451" y="1420"/>
                    <a:pt x="2085" y="1437"/>
                    <a:pt x="1724" y="1459"/>
                  </a:cubicBezTo>
                  <a:cubicBezTo>
                    <a:pt x="1409" y="1673"/>
                    <a:pt x="1093" y="1887"/>
                    <a:pt x="778" y="2101"/>
                  </a:cubicBezTo>
                  <a:cubicBezTo>
                    <a:pt x="671" y="2174"/>
                    <a:pt x="553" y="2017"/>
                    <a:pt x="654" y="19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1246892" y="1958799"/>
              <a:ext cx="2947644" cy="2107363"/>
            </a:xfrm>
            <a:custGeom>
              <a:rect b="b" l="l" r="r" t="t"/>
              <a:pathLst>
                <a:path extrusionOk="0" h="15183" w="21237">
                  <a:moveTo>
                    <a:pt x="21237" y="15183"/>
                  </a:moveTo>
                  <a:lnTo>
                    <a:pt x="0" y="15183"/>
                  </a:lnTo>
                  <a:lnTo>
                    <a:pt x="0" y="0"/>
                  </a:lnTo>
                  <a:lnTo>
                    <a:pt x="212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1320315" y="1959631"/>
              <a:ext cx="2874219" cy="2106530"/>
            </a:xfrm>
            <a:custGeom>
              <a:rect b="b" l="l" r="r" t="t"/>
              <a:pathLst>
                <a:path extrusionOk="0" h="15177" w="20708">
                  <a:moveTo>
                    <a:pt x="20708" y="15177"/>
                  </a:moveTo>
                  <a:lnTo>
                    <a:pt x="0" y="15177"/>
                  </a:lnTo>
                  <a:lnTo>
                    <a:pt x="0" y="0"/>
                  </a:lnTo>
                  <a:lnTo>
                    <a:pt x="2070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370282" y="2072889"/>
              <a:ext cx="2774286" cy="1931646"/>
            </a:xfrm>
            <a:custGeom>
              <a:rect b="b" l="l" r="r" t="t"/>
              <a:pathLst>
                <a:path extrusionOk="0" h="13917" w="19988">
                  <a:moveTo>
                    <a:pt x="19987" y="13916"/>
                  </a:moveTo>
                  <a:lnTo>
                    <a:pt x="1" y="13916"/>
                  </a:lnTo>
                  <a:lnTo>
                    <a:pt x="1" y="1"/>
                  </a:lnTo>
                  <a:lnTo>
                    <a:pt x="1998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2112840" y="4066005"/>
              <a:ext cx="1727613" cy="515355"/>
            </a:xfrm>
            <a:custGeom>
              <a:rect b="b" l="l" r="r" t="t"/>
              <a:pathLst>
                <a:path extrusionOk="0" h="3713" w="12447">
                  <a:moveTo>
                    <a:pt x="1043" y="1"/>
                  </a:moveTo>
                  <a:cubicBezTo>
                    <a:pt x="1043" y="1"/>
                    <a:pt x="1" y="575"/>
                    <a:pt x="1" y="3712"/>
                  </a:cubicBezTo>
                  <a:lnTo>
                    <a:pt x="12446" y="3712"/>
                  </a:lnTo>
                  <a:lnTo>
                    <a:pt x="12446" y="2800"/>
                  </a:lnTo>
                  <a:lnTo>
                    <a:pt x="5666" y="2800"/>
                  </a:lnTo>
                  <a:cubicBezTo>
                    <a:pt x="5666" y="2800"/>
                    <a:pt x="5469" y="1448"/>
                    <a:pt x="64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2128524" y="4066005"/>
              <a:ext cx="885667" cy="287866"/>
            </a:xfrm>
            <a:custGeom>
              <a:rect b="b" l="l" r="r" t="t"/>
              <a:pathLst>
                <a:path extrusionOk="0" h="2074" w="6381">
                  <a:moveTo>
                    <a:pt x="6381" y="1"/>
                  </a:moveTo>
                  <a:lnTo>
                    <a:pt x="0" y="2073"/>
                  </a:lnTo>
                  <a:cubicBezTo>
                    <a:pt x="0" y="2073"/>
                    <a:pt x="192" y="536"/>
                    <a:pt x="9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2115199" y="4454496"/>
              <a:ext cx="1725254" cy="36087"/>
            </a:xfrm>
            <a:custGeom>
              <a:rect b="b" l="l" r="r" t="t"/>
              <a:pathLst>
                <a:path extrusionOk="0" h="260" w="12430">
                  <a:moveTo>
                    <a:pt x="1" y="260"/>
                  </a:moveTo>
                  <a:lnTo>
                    <a:pt x="12429" y="260"/>
                  </a:lnTo>
                  <a:lnTo>
                    <a:pt x="1242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2664692" y="1979063"/>
              <a:ext cx="78282" cy="77588"/>
            </a:xfrm>
            <a:custGeom>
              <a:rect b="b" l="l" r="r" t="t"/>
              <a:pathLst>
                <a:path extrusionOk="0" h="559" w="564">
                  <a:moveTo>
                    <a:pt x="564" y="282"/>
                  </a:moveTo>
                  <a:cubicBezTo>
                    <a:pt x="564" y="434"/>
                    <a:pt x="440" y="558"/>
                    <a:pt x="282" y="558"/>
                  </a:cubicBezTo>
                  <a:cubicBezTo>
                    <a:pt x="130" y="558"/>
                    <a:pt x="1" y="434"/>
                    <a:pt x="1" y="282"/>
                  </a:cubicBezTo>
                  <a:cubicBezTo>
                    <a:pt x="1" y="125"/>
                    <a:pt x="130" y="1"/>
                    <a:pt x="282" y="1"/>
                  </a:cubicBezTo>
                  <a:cubicBezTo>
                    <a:pt x="440" y="1"/>
                    <a:pt x="564" y="125"/>
                    <a:pt x="564" y="282"/>
                  </a:cubicBezTo>
                  <a:close/>
                </a:path>
              </a:pathLst>
            </a:custGeom>
            <a:solidFill>
              <a:srgbClr val="8E8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1481319" y="2258182"/>
              <a:ext cx="583227" cy="518270"/>
            </a:xfrm>
            <a:custGeom>
              <a:rect b="b" l="l" r="r" t="t"/>
              <a:pathLst>
                <a:path extrusionOk="0" h="3734" w="4202">
                  <a:moveTo>
                    <a:pt x="4202" y="0"/>
                  </a:moveTo>
                  <a:lnTo>
                    <a:pt x="4202" y="3734"/>
                  </a:lnTo>
                  <a:lnTo>
                    <a:pt x="0" y="3734"/>
                  </a:lnTo>
                  <a:lnTo>
                    <a:pt x="0" y="648"/>
                  </a:lnTo>
                  <a:lnTo>
                    <a:pt x="1639" y="648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DFA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1481319" y="2347984"/>
              <a:ext cx="645825" cy="428468"/>
            </a:xfrm>
            <a:custGeom>
              <a:rect b="b" l="l" r="r" t="t"/>
              <a:pathLst>
                <a:path extrusionOk="0" h="3087" w="4653">
                  <a:moveTo>
                    <a:pt x="4202" y="3087"/>
                  </a:moveTo>
                  <a:lnTo>
                    <a:pt x="0" y="3087"/>
                  </a:lnTo>
                  <a:lnTo>
                    <a:pt x="451" y="1"/>
                  </a:lnTo>
                  <a:lnTo>
                    <a:pt x="46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1481319" y="2831134"/>
              <a:ext cx="583227" cy="518270"/>
            </a:xfrm>
            <a:custGeom>
              <a:rect b="b" l="l" r="r" t="t"/>
              <a:pathLst>
                <a:path extrusionOk="0" h="3734" w="4202">
                  <a:moveTo>
                    <a:pt x="4202" y="0"/>
                  </a:moveTo>
                  <a:lnTo>
                    <a:pt x="4202" y="3734"/>
                  </a:lnTo>
                  <a:lnTo>
                    <a:pt x="0" y="3734"/>
                  </a:lnTo>
                  <a:lnTo>
                    <a:pt x="0" y="648"/>
                  </a:lnTo>
                  <a:lnTo>
                    <a:pt x="1639" y="648"/>
                  </a:lnTo>
                  <a:lnTo>
                    <a:pt x="1791" y="0"/>
                  </a:lnTo>
                  <a:close/>
                </a:path>
              </a:pathLst>
            </a:custGeom>
            <a:solidFill>
              <a:srgbClr val="DFA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1481319" y="2920935"/>
              <a:ext cx="645825" cy="428468"/>
            </a:xfrm>
            <a:custGeom>
              <a:rect b="b" l="l" r="r" t="t"/>
              <a:pathLst>
                <a:path extrusionOk="0" h="3087" w="4653">
                  <a:moveTo>
                    <a:pt x="4202" y="3087"/>
                  </a:moveTo>
                  <a:lnTo>
                    <a:pt x="0" y="3087"/>
                  </a:lnTo>
                  <a:lnTo>
                    <a:pt x="451" y="1"/>
                  </a:lnTo>
                  <a:lnTo>
                    <a:pt x="465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1500056" y="3424350"/>
              <a:ext cx="583227" cy="518409"/>
            </a:xfrm>
            <a:custGeom>
              <a:rect b="b" l="l" r="r" t="t"/>
              <a:pathLst>
                <a:path extrusionOk="0" h="3735" w="4202">
                  <a:moveTo>
                    <a:pt x="4202" y="1"/>
                  </a:moveTo>
                  <a:lnTo>
                    <a:pt x="4202" y="3734"/>
                  </a:lnTo>
                  <a:lnTo>
                    <a:pt x="1" y="3734"/>
                  </a:lnTo>
                  <a:lnTo>
                    <a:pt x="1" y="648"/>
                  </a:lnTo>
                  <a:lnTo>
                    <a:pt x="1634" y="648"/>
                  </a:lnTo>
                  <a:lnTo>
                    <a:pt x="1791" y="1"/>
                  </a:lnTo>
                  <a:close/>
                </a:path>
              </a:pathLst>
            </a:custGeom>
            <a:solidFill>
              <a:srgbClr val="DFA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1500056" y="3514290"/>
              <a:ext cx="645825" cy="428468"/>
            </a:xfrm>
            <a:custGeom>
              <a:rect b="b" l="l" r="r" t="t"/>
              <a:pathLst>
                <a:path extrusionOk="0" h="3087" w="4653">
                  <a:moveTo>
                    <a:pt x="4202" y="3086"/>
                  </a:moveTo>
                  <a:lnTo>
                    <a:pt x="1" y="3086"/>
                  </a:lnTo>
                  <a:lnTo>
                    <a:pt x="451" y="0"/>
                  </a:lnTo>
                  <a:lnTo>
                    <a:pt x="46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2382520" y="3358699"/>
              <a:ext cx="356571" cy="530068"/>
            </a:xfrm>
            <a:custGeom>
              <a:rect b="b" l="l" r="r" t="t"/>
              <a:pathLst>
                <a:path extrusionOk="0" h="3819" w="2569">
                  <a:moveTo>
                    <a:pt x="2569" y="3819"/>
                  </a:moveTo>
                  <a:lnTo>
                    <a:pt x="1" y="3819"/>
                  </a:lnTo>
                  <a:lnTo>
                    <a:pt x="1" y="0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2414582" y="3330523"/>
              <a:ext cx="357404" cy="530068"/>
            </a:xfrm>
            <a:custGeom>
              <a:rect b="b" l="l" r="r" t="t"/>
              <a:pathLst>
                <a:path extrusionOk="0" h="3819" w="2575">
                  <a:moveTo>
                    <a:pt x="2574" y="3819"/>
                  </a:moveTo>
                  <a:lnTo>
                    <a:pt x="1" y="3819"/>
                  </a:lnTo>
                  <a:lnTo>
                    <a:pt x="1" y="1"/>
                  </a:lnTo>
                  <a:lnTo>
                    <a:pt x="257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2456082" y="3295408"/>
              <a:ext cx="357265" cy="530901"/>
            </a:xfrm>
            <a:custGeom>
              <a:rect b="b" l="l" r="r" t="t"/>
              <a:pathLst>
                <a:path extrusionOk="0" h="3825" w="2574">
                  <a:moveTo>
                    <a:pt x="2574" y="3824"/>
                  </a:moveTo>
                  <a:lnTo>
                    <a:pt x="0" y="3824"/>
                  </a:lnTo>
                  <a:lnTo>
                    <a:pt x="0" y="0"/>
                  </a:lnTo>
                  <a:lnTo>
                    <a:pt x="25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2494251" y="3385209"/>
              <a:ext cx="285507" cy="25955"/>
            </a:xfrm>
            <a:custGeom>
              <a:rect b="b" l="l" r="r" t="t"/>
              <a:pathLst>
                <a:path extrusionOk="0" h="187" w="2057">
                  <a:moveTo>
                    <a:pt x="1921" y="1"/>
                  </a:moveTo>
                  <a:lnTo>
                    <a:pt x="119" y="1"/>
                  </a:lnTo>
                  <a:cubicBezTo>
                    <a:pt x="1" y="1"/>
                    <a:pt x="18" y="187"/>
                    <a:pt x="136" y="187"/>
                  </a:cubicBezTo>
                  <a:lnTo>
                    <a:pt x="1938" y="187"/>
                  </a:lnTo>
                  <a:cubicBezTo>
                    <a:pt x="2056" y="187"/>
                    <a:pt x="2040" y="1"/>
                    <a:pt x="19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2494251" y="3454885"/>
              <a:ext cx="285507" cy="25816"/>
            </a:xfrm>
            <a:custGeom>
              <a:rect b="b" l="l" r="r" t="t"/>
              <a:pathLst>
                <a:path extrusionOk="0" h="186" w="2057">
                  <a:moveTo>
                    <a:pt x="1921" y="0"/>
                  </a:moveTo>
                  <a:lnTo>
                    <a:pt x="119" y="0"/>
                  </a:lnTo>
                  <a:cubicBezTo>
                    <a:pt x="1" y="0"/>
                    <a:pt x="18" y="186"/>
                    <a:pt x="136" y="186"/>
                  </a:cubicBezTo>
                  <a:lnTo>
                    <a:pt x="1938" y="186"/>
                  </a:lnTo>
                  <a:cubicBezTo>
                    <a:pt x="2056" y="186"/>
                    <a:pt x="2040" y="0"/>
                    <a:pt x="1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2494251" y="3523589"/>
              <a:ext cx="285507" cy="25955"/>
            </a:xfrm>
            <a:custGeom>
              <a:rect b="b" l="l" r="r" t="t"/>
              <a:pathLst>
                <a:path extrusionOk="0" h="187" w="2057">
                  <a:moveTo>
                    <a:pt x="1921" y="1"/>
                  </a:moveTo>
                  <a:lnTo>
                    <a:pt x="119" y="1"/>
                  </a:lnTo>
                  <a:cubicBezTo>
                    <a:pt x="1" y="1"/>
                    <a:pt x="18" y="187"/>
                    <a:pt x="136" y="187"/>
                  </a:cubicBezTo>
                  <a:lnTo>
                    <a:pt x="1938" y="187"/>
                  </a:lnTo>
                  <a:cubicBezTo>
                    <a:pt x="2056" y="187"/>
                    <a:pt x="2040" y="1"/>
                    <a:pt x="19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2494251" y="3593126"/>
              <a:ext cx="285507" cy="25955"/>
            </a:xfrm>
            <a:custGeom>
              <a:rect b="b" l="l" r="r" t="t"/>
              <a:pathLst>
                <a:path extrusionOk="0" h="187" w="2057">
                  <a:moveTo>
                    <a:pt x="1921" y="1"/>
                  </a:moveTo>
                  <a:lnTo>
                    <a:pt x="119" y="1"/>
                  </a:lnTo>
                  <a:cubicBezTo>
                    <a:pt x="1" y="1"/>
                    <a:pt x="18" y="187"/>
                    <a:pt x="136" y="187"/>
                  </a:cubicBezTo>
                  <a:lnTo>
                    <a:pt x="1938" y="187"/>
                  </a:lnTo>
                  <a:cubicBezTo>
                    <a:pt x="2056" y="187"/>
                    <a:pt x="2040" y="1"/>
                    <a:pt x="19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2495916" y="3652531"/>
              <a:ext cx="286201" cy="25955"/>
            </a:xfrm>
            <a:custGeom>
              <a:rect b="b" l="l" r="r" t="t"/>
              <a:pathLst>
                <a:path extrusionOk="0" h="187" w="2062">
                  <a:moveTo>
                    <a:pt x="1921" y="1"/>
                  </a:moveTo>
                  <a:lnTo>
                    <a:pt x="124" y="1"/>
                  </a:lnTo>
                  <a:cubicBezTo>
                    <a:pt x="0" y="1"/>
                    <a:pt x="17" y="187"/>
                    <a:pt x="135" y="187"/>
                  </a:cubicBezTo>
                  <a:lnTo>
                    <a:pt x="1937" y="187"/>
                  </a:lnTo>
                  <a:cubicBezTo>
                    <a:pt x="2061" y="187"/>
                    <a:pt x="2044" y="1"/>
                    <a:pt x="19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2505215" y="3722207"/>
              <a:ext cx="286201" cy="25816"/>
            </a:xfrm>
            <a:custGeom>
              <a:rect b="b" l="l" r="r" t="t"/>
              <a:pathLst>
                <a:path extrusionOk="0" h="186" w="2062">
                  <a:moveTo>
                    <a:pt x="1921" y="0"/>
                  </a:moveTo>
                  <a:lnTo>
                    <a:pt x="125" y="0"/>
                  </a:lnTo>
                  <a:cubicBezTo>
                    <a:pt x="1" y="0"/>
                    <a:pt x="18" y="186"/>
                    <a:pt x="142" y="186"/>
                  </a:cubicBezTo>
                  <a:lnTo>
                    <a:pt x="1938" y="186"/>
                  </a:lnTo>
                  <a:cubicBezTo>
                    <a:pt x="2062" y="186"/>
                    <a:pt x="2045" y="0"/>
                    <a:pt x="1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93" name="Google Shape;93;p15"/>
            <p:cNvGrpSpPr/>
            <p:nvPr/>
          </p:nvGrpSpPr>
          <p:grpSpPr>
            <a:xfrm>
              <a:off x="2935899" y="3295408"/>
              <a:ext cx="430827" cy="593359"/>
              <a:chOff x="2935899" y="3295408"/>
              <a:chExt cx="430827" cy="593359"/>
            </a:xfrm>
          </p:grpSpPr>
          <p:sp>
            <p:nvSpPr>
              <p:cNvPr id="94" name="Google Shape;94;p15"/>
              <p:cNvSpPr/>
              <p:nvPr/>
            </p:nvSpPr>
            <p:spPr>
              <a:xfrm>
                <a:off x="2935899" y="3358699"/>
                <a:ext cx="357404" cy="530068"/>
              </a:xfrm>
              <a:custGeom>
                <a:rect b="b" l="l" r="r" t="t"/>
                <a:pathLst>
                  <a:path extrusionOk="0" h="3819" w="2575">
                    <a:moveTo>
                      <a:pt x="2574" y="3819"/>
                    </a:moveTo>
                    <a:lnTo>
                      <a:pt x="1" y="3819"/>
                    </a:lnTo>
                    <a:lnTo>
                      <a:pt x="1" y="0"/>
                    </a:lnTo>
                    <a:lnTo>
                      <a:pt x="25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5"/>
              <p:cNvSpPr/>
              <p:nvPr/>
            </p:nvSpPr>
            <p:spPr>
              <a:xfrm>
                <a:off x="2967961" y="3330523"/>
                <a:ext cx="357404" cy="530068"/>
              </a:xfrm>
              <a:custGeom>
                <a:rect b="b" l="l" r="r" t="t"/>
                <a:pathLst>
                  <a:path extrusionOk="0" h="3819" w="2575">
                    <a:moveTo>
                      <a:pt x="2574" y="3819"/>
                    </a:moveTo>
                    <a:lnTo>
                      <a:pt x="1" y="3819"/>
                    </a:lnTo>
                    <a:lnTo>
                      <a:pt x="1" y="1"/>
                    </a:lnTo>
                    <a:lnTo>
                      <a:pt x="2574" y="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15"/>
              <p:cNvSpPr/>
              <p:nvPr/>
            </p:nvSpPr>
            <p:spPr>
              <a:xfrm>
                <a:off x="3010155" y="3295408"/>
                <a:ext cx="356571" cy="530901"/>
              </a:xfrm>
              <a:custGeom>
                <a:rect b="b" l="l" r="r" t="t"/>
                <a:pathLst>
                  <a:path extrusionOk="0" h="3825" w="2569">
                    <a:moveTo>
                      <a:pt x="2569" y="3824"/>
                    </a:moveTo>
                    <a:lnTo>
                      <a:pt x="1" y="3824"/>
                    </a:lnTo>
                    <a:lnTo>
                      <a:pt x="1" y="0"/>
                    </a:lnTo>
                    <a:lnTo>
                      <a:pt x="25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15"/>
              <p:cNvSpPr/>
              <p:nvPr/>
            </p:nvSpPr>
            <p:spPr>
              <a:xfrm>
                <a:off x="3047768" y="3385209"/>
                <a:ext cx="285368" cy="25955"/>
              </a:xfrm>
              <a:custGeom>
                <a:rect b="b" l="l" r="r" t="t"/>
                <a:pathLst>
                  <a:path extrusionOk="0" h="187" w="2056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5"/>
              <p:cNvSpPr/>
              <p:nvPr/>
            </p:nvSpPr>
            <p:spPr>
              <a:xfrm>
                <a:off x="3047768" y="3454885"/>
                <a:ext cx="285368" cy="25816"/>
              </a:xfrm>
              <a:custGeom>
                <a:rect b="b" l="l" r="r" t="t"/>
                <a:pathLst>
                  <a:path extrusionOk="0" h="186" w="2056">
                    <a:moveTo>
                      <a:pt x="1920" y="0"/>
                    </a:moveTo>
                    <a:lnTo>
                      <a:pt x="118" y="0"/>
                    </a:lnTo>
                    <a:cubicBezTo>
                      <a:pt x="0" y="0"/>
                      <a:pt x="17" y="186"/>
                      <a:pt x="135" y="186"/>
                    </a:cubicBezTo>
                    <a:lnTo>
                      <a:pt x="1937" y="186"/>
                    </a:lnTo>
                    <a:cubicBezTo>
                      <a:pt x="2056" y="186"/>
                      <a:pt x="2039" y="0"/>
                      <a:pt x="19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5"/>
              <p:cNvSpPr/>
              <p:nvPr/>
            </p:nvSpPr>
            <p:spPr>
              <a:xfrm>
                <a:off x="3047768" y="3523589"/>
                <a:ext cx="285368" cy="25955"/>
              </a:xfrm>
              <a:custGeom>
                <a:rect b="b" l="l" r="r" t="t"/>
                <a:pathLst>
                  <a:path extrusionOk="0" h="187" w="2056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15"/>
              <p:cNvSpPr/>
              <p:nvPr/>
            </p:nvSpPr>
            <p:spPr>
              <a:xfrm>
                <a:off x="3047768" y="3593126"/>
                <a:ext cx="285368" cy="25955"/>
              </a:xfrm>
              <a:custGeom>
                <a:rect b="b" l="l" r="r" t="t"/>
                <a:pathLst>
                  <a:path extrusionOk="0" h="187" w="2056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3049295" y="3652531"/>
                <a:ext cx="286201" cy="25955"/>
              </a:xfrm>
              <a:custGeom>
                <a:rect b="b" l="l" r="r" t="t"/>
                <a:pathLst>
                  <a:path extrusionOk="0" h="187" w="2062">
                    <a:moveTo>
                      <a:pt x="1926" y="1"/>
                    </a:moveTo>
                    <a:lnTo>
                      <a:pt x="124" y="1"/>
                    </a:lnTo>
                    <a:cubicBezTo>
                      <a:pt x="0" y="1"/>
                      <a:pt x="17" y="187"/>
                      <a:pt x="141" y="187"/>
                    </a:cubicBezTo>
                    <a:lnTo>
                      <a:pt x="1938" y="187"/>
                    </a:lnTo>
                    <a:cubicBezTo>
                      <a:pt x="2061" y="187"/>
                      <a:pt x="2045" y="1"/>
                      <a:pt x="19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15"/>
              <p:cNvSpPr/>
              <p:nvPr/>
            </p:nvSpPr>
            <p:spPr>
              <a:xfrm>
                <a:off x="3059427" y="3722207"/>
                <a:ext cx="285507" cy="25816"/>
              </a:xfrm>
              <a:custGeom>
                <a:rect b="b" l="l" r="r" t="t"/>
                <a:pathLst>
                  <a:path extrusionOk="0" h="186" w="2057">
                    <a:moveTo>
                      <a:pt x="1921" y="0"/>
                    </a:moveTo>
                    <a:lnTo>
                      <a:pt x="119" y="0"/>
                    </a:lnTo>
                    <a:cubicBezTo>
                      <a:pt x="1" y="0"/>
                      <a:pt x="17" y="186"/>
                      <a:pt x="136" y="186"/>
                    </a:cubicBezTo>
                    <a:lnTo>
                      <a:pt x="1938" y="186"/>
                    </a:lnTo>
                    <a:cubicBezTo>
                      <a:pt x="2056" y="186"/>
                      <a:pt x="2039" y="0"/>
                      <a:pt x="19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3" name="Google Shape;103;p15"/>
            <p:cNvSpPr/>
            <p:nvPr/>
          </p:nvSpPr>
          <p:spPr>
            <a:xfrm>
              <a:off x="2377801" y="2741194"/>
              <a:ext cx="357404" cy="530901"/>
            </a:xfrm>
            <a:custGeom>
              <a:rect b="b" l="l" r="r" t="t"/>
              <a:pathLst>
                <a:path extrusionOk="0" h="3825" w="2575">
                  <a:moveTo>
                    <a:pt x="2574" y="3824"/>
                  </a:moveTo>
                  <a:lnTo>
                    <a:pt x="1" y="3824"/>
                  </a:lnTo>
                  <a:lnTo>
                    <a:pt x="1" y="1"/>
                  </a:lnTo>
                  <a:lnTo>
                    <a:pt x="25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2409863" y="2713018"/>
              <a:ext cx="357404" cy="530901"/>
            </a:xfrm>
            <a:custGeom>
              <a:rect b="b" l="l" r="r" t="t"/>
              <a:pathLst>
                <a:path extrusionOk="0" h="3825" w="2575">
                  <a:moveTo>
                    <a:pt x="2574" y="3825"/>
                  </a:moveTo>
                  <a:lnTo>
                    <a:pt x="1" y="3825"/>
                  </a:lnTo>
                  <a:lnTo>
                    <a:pt x="1" y="1"/>
                  </a:lnTo>
                  <a:lnTo>
                    <a:pt x="257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2451363" y="2678736"/>
              <a:ext cx="357265" cy="530068"/>
            </a:xfrm>
            <a:custGeom>
              <a:rect b="b" l="l" r="r" t="t"/>
              <a:pathLst>
                <a:path extrusionOk="0" h="3819" w="2574">
                  <a:moveTo>
                    <a:pt x="2574" y="3818"/>
                  </a:moveTo>
                  <a:lnTo>
                    <a:pt x="0" y="3818"/>
                  </a:lnTo>
                  <a:lnTo>
                    <a:pt x="0" y="0"/>
                  </a:lnTo>
                  <a:lnTo>
                    <a:pt x="25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2489670" y="2767843"/>
              <a:ext cx="285368" cy="25816"/>
            </a:xfrm>
            <a:custGeom>
              <a:rect b="b" l="l" r="r" t="t"/>
              <a:pathLst>
                <a:path extrusionOk="0" h="186" w="2056">
                  <a:moveTo>
                    <a:pt x="1921" y="0"/>
                  </a:moveTo>
                  <a:lnTo>
                    <a:pt x="118" y="0"/>
                  </a:lnTo>
                  <a:cubicBezTo>
                    <a:pt x="0" y="0"/>
                    <a:pt x="17" y="186"/>
                    <a:pt x="135" y="186"/>
                  </a:cubicBezTo>
                  <a:lnTo>
                    <a:pt x="1937" y="186"/>
                  </a:lnTo>
                  <a:cubicBezTo>
                    <a:pt x="2056" y="186"/>
                    <a:pt x="2039" y="0"/>
                    <a:pt x="1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2489670" y="2837380"/>
              <a:ext cx="285368" cy="25955"/>
            </a:xfrm>
            <a:custGeom>
              <a:rect b="b" l="l" r="r" t="t"/>
              <a:pathLst>
                <a:path extrusionOk="0" h="187" w="2056">
                  <a:moveTo>
                    <a:pt x="1921" y="0"/>
                  </a:moveTo>
                  <a:lnTo>
                    <a:pt x="118" y="0"/>
                  </a:lnTo>
                  <a:cubicBezTo>
                    <a:pt x="0" y="0"/>
                    <a:pt x="17" y="186"/>
                    <a:pt x="135" y="186"/>
                  </a:cubicBezTo>
                  <a:lnTo>
                    <a:pt x="1937" y="186"/>
                  </a:lnTo>
                  <a:cubicBezTo>
                    <a:pt x="2056" y="186"/>
                    <a:pt x="2039" y="0"/>
                    <a:pt x="1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2489670" y="2906084"/>
              <a:ext cx="285368" cy="26788"/>
            </a:xfrm>
            <a:custGeom>
              <a:rect b="b" l="l" r="r" t="t"/>
              <a:pathLst>
                <a:path extrusionOk="0" h="193" w="2056">
                  <a:moveTo>
                    <a:pt x="1921" y="1"/>
                  </a:moveTo>
                  <a:lnTo>
                    <a:pt x="118" y="1"/>
                  </a:lnTo>
                  <a:cubicBezTo>
                    <a:pt x="0" y="1"/>
                    <a:pt x="17" y="192"/>
                    <a:pt x="135" y="192"/>
                  </a:cubicBezTo>
                  <a:lnTo>
                    <a:pt x="1937" y="192"/>
                  </a:lnTo>
                  <a:cubicBezTo>
                    <a:pt x="2056" y="192"/>
                    <a:pt x="2039" y="1"/>
                    <a:pt x="192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2489670" y="2975760"/>
              <a:ext cx="285368" cy="25816"/>
            </a:xfrm>
            <a:custGeom>
              <a:rect b="b" l="l" r="r" t="t"/>
              <a:pathLst>
                <a:path extrusionOk="0" h="186" w="2056">
                  <a:moveTo>
                    <a:pt x="1921" y="0"/>
                  </a:moveTo>
                  <a:lnTo>
                    <a:pt x="118" y="0"/>
                  </a:lnTo>
                  <a:cubicBezTo>
                    <a:pt x="0" y="0"/>
                    <a:pt x="17" y="186"/>
                    <a:pt x="135" y="186"/>
                  </a:cubicBezTo>
                  <a:lnTo>
                    <a:pt x="1937" y="186"/>
                  </a:lnTo>
                  <a:cubicBezTo>
                    <a:pt x="2056" y="186"/>
                    <a:pt x="2039" y="0"/>
                    <a:pt x="1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2491197" y="3035165"/>
              <a:ext cx="286201" cy="25816"/>
            </a:xfrm>
            <a:custGeom>
              <a:rect b="b" l="l" r="r" t="t"/>
              <a:pathLst>
                <a:path extrusionOk="0" h="186" w="2062">
                  <a:moveTo>
                    <a:pt x="1921" y="0"/>
                  </a:moveTo>
                  <a:lnTo>
                    <a:pt x="124" y="0"/>
                  </a:lnTo>
                  <a:cubicBezTo>
                    <a:pt x="0" y="0"/>
                    <a:pt x="17" y="186"/>
                    <a:pt x="141" y="186"/>
                  </a:cubicBezTo>
                  <a:lnTo>
                    <a:pt x="1938" y="186"/>
                  </a:lnTo>
                  <a:cubicBezTo>
                    <a:pt x="2062" y="186"/>
                    <a:pt x="2045" y="0"/>
                    <a:pt x="19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2500635" y="3104702"/>
              <a:ext cx="286201" cy="25955"/>
            </a:xfrm>
            <a:custGeom>
              <a:rect b="b" l="l" r="r" t="t"/>
              <a:pathLst>
                <a:path extrusionOk="0" h="187" w="2062">
                  <a:moveTo>
                    <a:pt x="1926" y="0"/>
                  </a:moveTo>
                  <a:lnTo>
                    <a:pt x="124" y="0"/>
                  </a:lnTo>
                  <a:cubicBezTo>
                    <a:pt x="0" y="0"/>
                    <a:pt x="17" y="186"/>
                    <a:pt x="141" y="186"/>
                  </a:cubicBezTo>
                  <a:lnTo>
                    <a:pt x="1943" y="186"/>
                  </a:lnTo>
                  <a:cubicBezTo>
                    <a:pt x="2061" y="186"/>
                    <a:pt x="2044" y="0"/>
                    <a:pt x="19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2244140" y="410386"/>
              <a:ext cx="1093725" cy="1230440"/>
            </a:xfrm>
            <a:custGeom>
              <a:rect b="b" l="l" r="r" t="t"/>
              <a:pathLst>
                <a:path extrusionOk="0" h="8865" w="7880">
                  <a:moveTo>
                    <a:pt x="7879" y="3942"/>
                  </a:moveTo>
                  <a:lnTo>
                    <a:pt x="7879" y="8864"/>
                  </a:lnTo>
                  <a:lnTo>
                    <a:pt x="7068" y="8436"/>
                  </a:lnTo>
                  <a:lnTo>
                    <a:pt x="6500" y="8138"/>
                  </a:lnTo>
                  <a:lnTo>
                    <a:pt x="6500" y="3942"/>
                  </a:lnTo>
                  <a:cubicBezTo>
                    <a:pt x="6500" y="2529"/>
                    <a:pt x="5351" y="1380"/>
                    <a:pt x="3937" y="1380"/>
                  </a:cubicBezTo>
                  <a:cubicBezTo>
                    <a:pt x="3802" y="1380"/>
                    <a:pt x="3667" y="1391"/>
                    <a:pt x="3532" y="1414"/>
                  </a:cubicBezTo>
                  <a:cubicBezTo>
                    <a:pt x="2315" y="1605"/>
                    <a:pt x="1381" y="2664"/>
                    <a:pt x="1381" y="3942"/>
                  </a:cubicBezTo>
                  <a:lnTo>
                    <a:pt x="1381" y="7941"/>
                  </a:lnTo>
                  <a:lnTo>
                    <a:pt x="570" y="8363"/>
                  </a:lnTo>
                  <a:lnTo>
                    <a:pt x="1" y="8662"/>
                  </a:lnTo>
                  <a:lnTo>
                    <a:pt x="1" y="3942"/>
                  </a:lnTo>
                  <a:cubicBezTo>
                    <a:pt x="1" y="1904"/>
                    <a:pt x="1550" y="226"/>
                    <a:pt x="3532" y="23"/>
                  </a:cubicBezTo>
                  <a:cubicBezTo>
                    <a:pt x="3667" y="6"/>
                    <a:pt x="3802" y="0"/>
                    <a:pt x="3937" y="0"/>
                  </a:cubicBezTo>
                  <a:cubicBezTo>
                    <a:pt x="6111" y="0"/>
                    <a:pt x="7879" y="1769"/>
                    <a:pt x="7879" y="394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2205139" y="1145868"/>
              <a:ext cx="1202264" cy="1395332"/>
            </a:xfrm>
            <a:custGeom>
              <a:rect b="b" l="l" r="r" t="t"/>
              <a:pathLst>
                <a:path extrusionOk="0" h="10053" w="8662">
                  <a:moveTo>
                    <a:pt x="8662" y="2270"/>
                  </a:moveTo>
                  <a:lnTo>
                    <a:pt x="8662" y="5880"/>
                  </a:lnTo>
                  <a:cubicBezTo>
                    <a:pt x="8662" y="7705"/>
                    <a:pt x="6978" y="9371"/>
                    <a:pt x="4466" y="10019"/>
                  </a:cubicBezTo>
                  <a:cubicBezTo>
                    <a:pt x="4421" y="10030"/>
                    <a:pt x="4376" y="10042"/>
                    <a:pt x="4331" y="10053"/>
                  </a:cubicBezTo>
                  <a:cubicBezTo>
                    <a:pt x="4286" y="10042"/>
                    <a:pt x="4246" y="10030"/>
                    <a:pt x="4201" y="10019"/>
                  </a:cubicBezTo>
                  <a:cubicBezTo>
                    <a:pt x="4151" y="10008"/>
                    <a:pt x="4100" y="9997"/>
                    <a:pt x="4049" y="9980"/>
                  </a:cubicBezTo>
                  <a:cubicBezTo>
                    <a:pt x="1622" y="9304"/>
                    <a:pt x="0" y="7671"/>
                    <a:pt x="0" y="5880"/>
                  </a:cubicBezTo>
                  <a:lnTo>
                    <a:pt x="0" y="2270"/>
                  </a:lnTo>
                  <a:lnTo>
                    <a:pt x="4049" y="147"/>
                  </a:lnTo>
                  <a:lnTo>
                    <a:pt x="433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2635843" y="1391324"/>
              <a:ext cx="340887" cy="867068"/>
            </a:xfrm>
            <a:custGeom>
              <a:rect b="b" l="l" r="r" t="t"/>
              <a:pathLst>
                <a:path extrusionOk="0" h="6247" w="2456">
                  <a:moveTo>
                    <a:pt x="1025" y="1"/>
                  </a:moveTo>
                  <a:cubicBezTo>
                    <a:pt x="1679" y="74"/>
                    <a:pt x="2185" y="632"/>
                    <a:pt x="2185" y="1307"/>
                  </a:cubicBezTo>
                  <a:cubicBezTo>
                    <a:pt x="2185" y="1696"/>
                    <a:pt x="2016" y="2045"/>
                    <a:pt x="1746" y="2287"/>
                  </a:cubicBezTo>
                  <a:cubicBezTo>
                    <a:pt x="1684" y="2344"/>
                    <a:pt x="1617" y="2394"/>
                    <a:pt x="1543" y="2434"/>
                  </a:cubicBezTo>
                  <a:lnTo>
                    <a:pt x="2456" y="6246"/>
                  </a:lnTo>
                  <a:lnTo>
                    <a:pt x="0" y="6246"/>
                  </a:lnTo>
                  <a:lnTo>
                    <a:pt x="839" y="2507"/>
                  </a:lnTo>
                  <a:cubicBezTo>
                    <a:pt x="349" y="2321"/>
                    <a:pt x="0" y="1842"/>
                    <a:pt x="0" y="1285"/>
                  </a:cubicBezTo>
                  <a:cubicBezTo>
                    <a:pt x="0" y="654"/>
                    <a:pt x="440" y="136"/>
                    <a:pt x="10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2087856" y="1013734"/>
              <a:ext cx="1436832" cy="1648637"/>
            </a:xfrm>
            <a:custGeom>
              <a:rect b="b" l="l" r="r" t="t"/>
              <a:pathLst>
                <a:path extrusionOk="0" h="11878" w="10352">
                  <a:moveTo>
                    <a:pt x="9507" y="6832"/>
                  </a:moveTo>
                  <a:cubicBezTo>
                    <a:pt x="9507" y="8657"/>
                    <a:pt x="7823" y="10323"/>
                    <a:pt x="5311" y="10971"/>
                  </a:cubicBezTo>
                  <a:cubicBezTo>
                    <a:pt x="5266" y="10982"/>
                    <a:pt x="5221" y="10994"/>
                    <a:pt x="5176" y="11005"/>
                  </a:cubicBezTo>
                  <a:cubicBezTo>
                    <a:pt x="5131" y="10994"/>
                    <a:pt x="5091" y="10982"/>
                    <a:pt x="5046" y="10971"/>
                  </a:cubicBezTo>
                  <a:cubicBezTo>
                    <a:pt x="4996" y="10960"/>
                    <a:pt x="4945" y="10949"/>
                    <a:pt x="4894" y="10932"/>
                  </a:cubicBezTo>
                  <a:cubicBezTo>
                    <a:pt x="2467" y="10256"/>
                    <a:pt x="845" y="8623"/>
                    <a:pt x="845" y="6832"/>
                  </a:cubicBezTo>
                  <a:lnTo>
                    <a:pt x="845" y="3228"/>
                  </a:lnTo>
                  <a:lnTo>
                    <a:pt x="2157" y="2541"/>
                  </a:lnTo>
                  <a:lnTo>
                    <a:pt x="4894" y="1105"/>
                  </a:lnTo>
                  <a:lnTo>
                    <a:pt x="5176" y="953"/>
                  </a:lnTo>
                  <a:lnTo>
                    <a:pt x="8076" y="2473"/>
                  </a:lnTo>
                  <a:lnTo>
                    <a:pt x="9507" y="3228"/>
                  </a:lnTo>
                  <a:close/>
                  <a:moveTo>
                    <a:pt x="9670" y="2355"/>
                  </a:moveTo>
                  <a:lnTo>
                    <a:pt x="8076" y="1521"/>
                  </a:lnTo>
                  <a:lnTo>
                    <a:pt x="5176" y="1"/>
                  </a:lnTo>
                  <a:lnTo>
                    <a:pt x="4894" y="147"/>
                  </a:lnTo>
                  <a:lnTo>
                    <a:pt x="2157" y="1583"/>
                  </a:lnTo>
                  <a:lnTo>
                    <a:pt x="558" y="2422"/>
                  </a:lnTo>
                  <a:lnTo>
                    <a:pt x="1" y="2715"/>
                  </a:lnTo>
                  <a:lnTo>
                    <a:pt x="1" y="6832"/>
                  </a:lnTo>
                  <a:cubicBezTo>
                    <a:pt x="1" y="9051"/>
                    <a:pt x="1943" y="11044"/>
                    <a:pt x="4832" y="11793"/>
                  </a:cubicBezTo>
                  <a:cubicBezTo>
                    <a:pt x="4855" y="11799"/>
                    <a:pt x="4877" y="11799"/>
                    <a:pt x="4894" y="11805"/>
                  </a:cubicBezTo>
                  <a:cubicBezTo>
                    <a:pt x="4956" y="11821"/>
                    <a:pt x="5018" y="11838"/>
                    <a:pt x="5075" y="11850"/>
                  </a:cubicBezTo>
                  <a:lnTo>
                    <a:pt x="5176" y="11878"/>
                  </a:lnTo>
                  <a:lnTo>
                    <a:pt x="5277" y="11850"/>
                  </a:lnTo>
                  <a:cubicBezTo>
                    <a:pt x="5362" y="11833"/>
                    <a:pt x="5441" y="11810"/>
                    <a:pt x="5525" y="11793"/>
                  </a:cubicBezTo>
                  <a:cubicBezTo>
                    <a:pt x="8414" y="11044"/>
                    <a:pt x="10351" y="9051"/>
                    <a:pt x="10351" y="6832"/>
                  </a:cubicBezTo>
                  <a:lnTo>
                    <a:pt x="10351" y="2715"/>
                  </a:lnTo>
                  <a:close/>
                </a:path>
              </a:pathLst>
            </a:custGeom>
            <a:solidFill>
              <a:srgbClr val="DFAF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6" name="Google Shape;116;p15"/>
            <p:cNvGrpSpPr/>
            <p:nvPr/>
          </p:nvGrpSpPr>
          <p:grpSpPr>
            <a:xfrm>
              <a:off x="2935899" y="2682208"/>
              <a:ext cx="430827" cy="593359"/>
              <a:chOff x="2935899" y="3295408"/>
              <a:chExt cx="430827" cy="593359"/>
            </a:xfrm>
          </p:grpSpPr>
          <p:sp>
            <p:nvSpPr>
              <p:cNvPr id="117" name="Google Shape;117;p15"/>
              <p:cNvSpPr/>
              <p:nvPr/>
            </p:nvSpPr>
            <p:spPr>
              <a:xfrm>
                <a:off x="2935899" y="3358699"/>
                <a:ext cx="357404" cy="530068"/>
              </a:xfrm>
              <a:custGeom>
                <a:rect b="b" l="l" r="r" t="t"/>
                <a:pathLst>
                  <a:path extrusionOk="0" h="3819" w="2575">
                    <a:moveTo>
                      <a:pt x="2574" y="3819"/>
                    </a:moveTo>
                    <a:lnTo>
                      <a:pt x="1" y="3819"/>
                    </a:lnTo>
                    <a:lnTo>
                      <a:pt x="1" y="0"/>
                    </a:lnTo>
                    <a:lnTo>
                      <a:pt x="25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15"/>
              <p:cNvSpPr/>
              <p:nvPr/>
            </p:nvSpPr>
            <p:spPr>
              <a:xfrm>
                <a:off x="2967961" y="3330523"/>
                <a:ext cx="357404" cy="530068"/>
              </a:xfrm>
              <a:custGeom>
                <a:rect b="b" l="l" r="r" t="t"/>
                <a:pathLst>
                  <a:path extrusionOk="0" h="3819" w="2575">
                    <a:moveTo>
                      <a:pt x="2574" y="3819"/>
                    </a:moveTo>
                    <a:lnTo>
                      <a:pt x="1" y="3819"/>
                    </a:lnTo>
                    <a:lnTo>
                      <a:pt x="1" y="1"/>
                    </a:lnTo>
                    <a:lnTo>
                      <a:pt x="2574" y="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" name="Google Shape;119;p15"/>
              <p:cNvSpPr/>
              <p:nvPr/>
            </p:nvSpPr>
            <p:spPr>
              <a:xfrm>
                <a:off x="3010155" y="3295408"/>
                <a:ext cx="356571" cy="530900"/>
              </a:xfrm>
              <a:custGeom>
                <a:rect b="b" l="l" r="r" t="t"/>
                <a:pathLst>
                  <a:path extrusionOk="0" h="3825" w="2569">
                    <a:moveTo>
                      <a:pt x="2569" y="3824"/>
                    </a:moveTo>
                    <a:lnTo>
                      <a:pt x="1" y="3824"/>
                    </a:lnTo>
                    <a:lnTo>
                      <a:pt x="1" y="0"/>
                    </a:lnTo>
                    <a:lnTo>
                      <a:pt x="25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5"/>
              <p:cNvSpPr/>
              <p:nvPr/>
            </p:nvSpPr>
            <p:spPr>
              <a:xfrm>
                <a:off x="3047768" y="3385209"/>
                <a:ext cx="285368" cy="25955"/>
              </a:xfrm>
              <a:custGeom>
                <a:rect b="b" l="l" r="r" t="t"/>
                <a:pathLst>
                  <a:path extrusionOk="0" h="187" w="2056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15"/>
              <p:cNvSpPr/>
              <p:nvPr/>
            </p:nvSpPr>
            <p:spPr>
              <a:xfrm>
                <a:off x="3047768" y="3454885"/>
                <a:ext cx="285368" cy="25816"/>
              </a:xfrm>
              <a:custGeom>
                <a:rect b="b" l="l" r="r" t="t"/>
                <a:pathLst>
                  <a:path extrusionOk="0" h="186" w="2056">
                    <a:moveTo>
                      <a:pt x="1920" y="0"/>
                    </a:moveTo>
                    <a:lnTo>
                      <a:pt x="118" y="0"/>
                    </a:lnTo>
                    <a:cubicBezTo>
                      <a:pt x="0" y="0"/>
                      <a:pt x="17" y="186"/>
                      <a:pt x="135" y="186"/>
                    </a:cubicBezTo>
                    <a:lnTo>
                      <a:pt x="1937" y="186"/>
                    </a:lnTo>
                    <a:cubicBezTo>
                      <a:pt x="2056" y="186"/>
                      <a:pt x="2039" y="0"/>
                      <a:pt x="19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5"/>
              <p:cNvSpPr/>
              <p:nvPr/>
            </p:nvSpPr>
            <p:spPr>
              <a:xfrm>
                <a:off x="3047768" y="3523589"/>
                <a:ext cx="285368" cy="25955"/>
              </a:xfrm>
              <a:custGeom>
                <a:rect b="b" l="l" r="r" t="t"/>
                <a:pathLst>
                  <a:path extrusionOk="0" h="187" w="2056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5"/>
              <p:cNvSpPr/>
              <p:nvPr/>
            </p:nvSpPr>
            <p:spPr>
              <a:xfrm>
                <a:off x="3047768" y="3593126"/>
                <a:ext cx="285368" cy="25955"/>
              </a:xfrm>
              <a:custGeom>
                <a:rect b="b" l="l" r="r" t="t"/>
                <a:pathLst>
                  <a:path extrusionOk="0" h="187" w="2056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5"/>
              <p:cNvSpPr/>
              <p:nvPr/>
            </p:nvSpPr>
            <p:spPr>
              <a:xfrm>
                <a:off x="3049295" y="3652531"/>
                <a:ext cx="286200" cy="25955"/>
              </a:xfrm>
              <a:custGeom>
                <a:rect b="b" l="l" r="r" t="t"/>
                <a:pathLst>
                  <a:path extrusionOk="0" h="187" w="2062">
                    <a:moveTo>
                      <a:pt x="1926" y="1"/>
                    </a:moveTo>
                    <a:lnTo>
                      <a:pt x="124" y="1"/>
                    </a:lnTo>
                    <a:cubicBezTo>
                      <a:pt x="0" y="1"/>
                      <a:pt x="17" y="187"/>
                      <a:pt x="141" y="187"/>
                    </a:cubicBezTo>
                    <a:lnTo>
                      <a:pt x="1938" y="187"/>
                    </a:lnTo>
                    <a:cubicBezTo>
                      <a:pt x="2061" y="187"/>
                      <a:pt x="2045" y="1"/>
                      <a:pt x="19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5"/>
              <p:cNvSpPr/>
              <p:nvPr/>
            </p:nvSpPr>
            <p:spPr>
              <a:xfrm>
                <a:off x="3059427" y="3722207"/>
                <a:ext cx="285506" cy="25816"/>
              </a:xfrm>
              <a:custGeom>
                <a:rect b="b" l="l" r="r" t="t"/>
                <a:pathLst>
                  <a:path extrusionOk="0" h="186" w="2057">
                    <a:moveTo>
                      <a:pt x="1921" y="0"/>
                    </a:moveTo>
                    <a:lnTo>
                      <a:pt x="119" y="0"/>
                    </a:lnTo>
                    <a:cubicBezTo>
                      <a:pt x="1" y="0"/>
                      <a:pt x="17" y="186"/>
                      <a:pt x="136" y="186"/>
                    </a:cubicBezTo>
                    <a:lnTo>
                      <a:pt x="1938" y="186"/>
                    </a:lnTo>
                    <a:cubicBezTo>
                      <a:pt x="2056" y="186"/>
                      <a:pt x="2039" y="0"/>
                      <a:pt x="19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6" name="Google Shape;126;p15"/>
            <p:cNvGrpSpPr/>
            <p:nvPr/>
          </p:nvGrpSpPr>
          <p:grpSpPr>
            <a:xfrm>
              <a:off x="3493999" y="2682208"/>
              <a:ext cx="430827" cy="593359"/>
              <a:chOff x="2935899" y="3295408"/>
              <a:chExt cx="430827" cy="593359"/>
            </a:xfrm>
          </p:grpSpPr>
          <p:sp>
            <p:nvSpPr>
              <p:cNvPr id="127" name="Google Shape;127;p15"/>
              <p:cNvSpPr/>
              <p:nvPr/>
            </p:nvSpPr>
            <p:spPr>
              <a:xfrm>
                <a:off x="2935899" y="3358699"/>
                <a:ext cx="357404" cy="530068"/>
              </a:xfrm>
              <a:custGeom>
                <a:rect b="b" l="l" r="r" t="t"/>
                <a:pathLst>
                  <a:path extrusionOk="0" h="3819" w="2575">
                    <a:moveTo>
                      <a:pt x="2574" y="3819"/>
                    </a:moveTo>
                    <a:lnTo>
                      <a:pt x="1" y="3819"/>
                    </a:lnTo>
                    <a:lnTo>
                      <a:pt x="1" y="0"/>
                    </a:lnTo>
                    <a:lnTo>
                      <a:pt x="25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5"/>
              <p:cNvSpPr/>
              <p:nvPr/>
            </p:nvSpPr>
            <p:spPr>
              <a:xfrm>
                <a:off x="2967961" y="3330523"/>
                <a:ext cx="357404" cy="530068"/>
              </a:xfrm>
              <a:custGeom>
                <a:rect b="b" l="l" r="r" t="t"/>
                <a:pathLst>
                  <a:path extrusionOk="0" h="3819" w="2575">
                    <a:moveTo>
                      <a:pt x="2574" y="3819"/>
                    </a:moveTo>
                    <a:lnTo>
                      <a:pt x="1" y="3819"/>
                    </a:lnTo>
                    <a:lnTo>
                      <a:pt x="1" y="1"/>
                    </a:lnTo>
                    <a:lnTo>
                      <a:pt x="2574" y="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5"/>
              <p:cNvSpPr/>
              <p:nvPr/>
            </p:nvSpPr>
            <p:spPr>
              <a:xfrm>
                <a:off x="3010155" y="3295408"/>
                <a:ext cx="356571" cy="530900"/>
              </a:xfrm>
              <a:custGeom>
                <a:rect b="b" l="l" r="r" t="t"/>
                <a:pathLst>
                  <a:path extrusionOk="0" h="3825" w="2569">
                    <a:moveTo>
                      <a:pt x="2569" y="3824"/>
                    </a:moveTo>
                    <a:lnTo>
                      <a:pt x="1" y="3824"/>
                    </a:lnTo>
                    <a:lnTo>
                      <a:pt x="1" y="0"/>
                    </a:lnTo>
                    <a:lnTo>
                      <a:pt x="25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5"/>
              <p:cNvSpPr/>
              <p:nvPr/>
            </p:nvSpPr>
            <p:spPr>
              <a:xfrm>
                <a:off x="3047768" y="3385209"/>
                <a:ext cx="285368" cy="25955"/>
              </a:xfrm>
              <a:custGeom>
                <a:rect b="b" l="l" r="r" t="t"/>
                <a:pathLst>
                  <a:path extrusionOk="0" h="187" w="2056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5"/>
              <p:cNvSpPr/>
              <p:nvPr/>
            </p:nvSpPr>
            <p:spPr>
              <a:xfrm>
                <a:off x="3047768" y="3454885"/>
                <a:ext cx="285368" cy="25816"/>
              </a:xfrm>
              <a:custGeom>
                <a:rect b="b" l="l" r="r" t="t"/>
                <a:pathLst>
                  <a:path extrusionOk="0" h="186" w="2056">
                    <a:moveTo>
                      <a:pt x="1920" y="0"/>
                    </a:moveTo>
                    <a:lnTo>
                      <a:pt x="118" y="0"/>
                    </a:lnTo>
                    <a:cubicBezTo>
                      <a:pt x="0" y="0"/>
                      <a:pt x="17" y="186"/>
                      <a:pt x="135" y="186"/>
                    </a:cubicBezTo>
                    <a:lnTo>
                      <a:pt x="1937" y="186"/>
                    </a:lnTo>
                    <a:cubicBezTo>
                      <a:pt x="2056" y="186"/>
                      <a:pt x="2039" y="0"/>
                      <a:pt x="19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5"/>
              <p:cNvSpPr/>
              <p:nvPr/>
            </p:nvSpPr>
            <p:spPr>
              <a:xfrm>
                <a:off x="3047768" y="3523589"/>
                <a:ext cx="285368" cy="25955"/>
              </a:xfrm>
              <a:custGeom>
                <a:rect b="b" l="l" r="r" t="t"/>
                <a:pathLst>
                  <a:path extrusionOk="0" h="187" w="2056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5"/>
              <p:cNvSpPr/>
              <p:nvPr/>
            </p:nvSpPr>
            <p:spPr>
              <a:xfrm>
                <a:off x="3047768" y="3593126"/>
                <a:ext cx="285368" cy="25955"/>
              </a:xfrm>
              <a:custGeom>
                <a:rect b="b" l="l" r="r" t="t"/>
                <a:pathLst>
                  <a:path extrusionOk="0" h="187" w="2056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5"/>
              <p:cNvSpPr/>
              <p:nvPr/>
            </p:nvSpPr>
            <p:spPr>
              <a:xfrm>
                <a:off x="3049295" y="3652531"/>
                <a:ext cx="286200" cy="25955"/>
              </a:xfrm>
              <a:custGeom>
                <a:rect b="b" l="l" r="r" t="t"/>
                <a:pathLst>
                  <a:path extrusionOk="0" h="187" w="2062">
                    <a:moveTo>
                      <a:pt x="1926" y="1"/>
                    </a:moveTo>
                    <a:lnTo>
                      <a:pt x="124" y="1"/>
                    </a:lnTo>
                    <a:cubicBezTo>
                      <a:pt x="0" y="1"/>
                      <a:pt x="17" y="187"/>
                      <a:pt x="141" y="187"/>
                    </a:cubicBezTo>
                    <a:lnTo>
                      <a:pt x="1938" y="187"/>
                    </a:lnTo>
                    <a:cubicBezTo>
                      <a:pt x="2061" y="187"/>
                      <a:pt x="2045" y="1"/>
                      <a:pt x="19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5"/>
              <p:cNvSpPr/>
              <p:nvPr/>
            </p:nvSpPr>
            <p:spPr>
              <a:xfrm>
                <a:off x="3059427" y="3722207"/>
                <a:ext cx="285506" cy="25816"/>
              </a:xfrm>
              <a:custGeom>
                <a:rect b="b" l="l" r="r" t="t"/>
                <a:pathLst>
                  <a:path extrusionOk="0" h="186" w="2057">
                    <a:moveTo>
                      <a:pt x="1921" y="0"/>
                    </a:moveTo>
                    <a:lnTo>
                      <a:pt x="119" y="0"/>
                    </a:lnTo>
                    <a:cubicBezTo>
                      <a:pt x="1" y="0"/>
                      <a:pt x="17" y="186"/>
                      <a:pt x="136" y="186"/>
                    </a:cubicBezTo>
                    <a:lnTo>
                      <a:pt x="1938" y="186"/>
                    </a:lnTo>
                    <a:cubicBezTo>
                      <a:pt x="2056" y="186"/>
                      <a:pt x="2039" y="0"/>
                      <a:pt x="19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" name="Google Shape;136;p15"/>
            <p:cNvGrpSpPr/>
            <p:nvPr/>
          </p:nvGrpSpPr>
          <p:grpSpPr>
            <a:xfrm>
              <a:off x="3493999" y="3295408"/>
              <a:ext cx="430827" cy="593359"/>
              <a:chOff x="2935899" y="3295408"/>
              <a:chExt cx="430827" cy="593359"/>
            </a:xfrm>
          </p:grpSpPr>
          <p:sp>
            <p:nvSpPr>
              <p:cNvPr id="137" name="Google Shape;137;p15"/>
              <p:cNvSpPr/>
              <p:nvPr/>
            </p:nvSpPr>
            <p:spPr>
              <a:xfrm>
                <a:off x="2935899" y="3358699"/>
                <a:ext cx="357404" cy="530068"/>
              </a:xfrm>
              <a:custGeom>
                <a:rect b="b" l="l" r="r" t="t"/>
                <a:pathLst>
                  <a:path extrusionOk="0" h="3819" w="2575">
                    <a:moveTo>
                      <a:pt x="2574" y="3819"/>
                    </a:moveTo>
                    <a:lnTo>
                      <a:pt x="1" y="3819"/>
                    </a:lnTo>
                    <a:lnTo>
                      <a:pt x="1" y="0"/>
                    </a:lnTo>
                    <a:lnTo>
                      <a:pt x="257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15"/>
              <p:cNvSpPr/>
              <p:nvPr/>
            </p:nvSpPr>
            <p:spPr>
              <a:xfrm>
                <a:off x="2967961" y="3330523"/>
                <a:ext cx="357404" cy="530068"/>
              </a:xfrm>
              <a:custGeom>
                <a:rect b="b" l="l" r="r" t="t"/>
                <a:pathLst>
                  <a:path extrusionOk="0" h="3819" w="2575">
                    <a:moveTo>
                      <a:pt x="2574" y="3819"/>
                    </a:moveTo>
                    <a:lnTo>
                      <a:pt x="1" y="3819"/>
                    </a:lnTo>
                    <a:lnTo>
                      <a:pt x="1" y="1"/>
                    </a:lnTo>
                    <a:lnTo>
                      <a:pt x="2574" y="1"/>
                    </a:ln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15"/>
              <p:cNvSpPr/>
              <p:nvPr/>
            </p:nvSpPr>
            <p:spPr>
              <a:xfrm>
                <a:off x="3010155" y="3295408"/>
                <a:ext cx="356571" cy="530900"/>
              </a:xfrm>
              <a:custGeom>
                <a:rect b="b" l="l" r="r" t="t"/>
                <a:pathLst>
                  <a:path extrusionOk="0" h="3825" w="2569">
                    <a:moveTo>
                      <a:pt x="2569" y="3824"/>
                    </a:moveTo>
                    <a:lnTo>
                      <a:pt x="1" y="3824"/>
                    </a:lnTo>
                    <a:lnTo>
                      <a:pt x="1" y="0"/>
                    </a:lnTo>
                    <a:lnTo>
                      <a:pt x="256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5"/>
              <p:cNvSpPr/>
              <p:nvPr/>
            </p:nvSpPr>
            <p:spPr>
              <a:xfrm>
                <a:off x="3047768" y="3385209"/>
                <a:ext cx="285368" cy="25955"/>
              </a:xfrm>
              <a:custGeom>
                <a:rect b="b" l="l" r="r" t="t"/>
                <a:pathLst>
                  <a:path extrusionOk="0" h="187" w="2056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15"/>
              <p:cNvSpPr/>
              <p:nvPr/>
            </p:nvSpPr>
            <p:spPr>
              <a:xfrm>
                <a:off x="3047768" y="3454885"/>
                <a:ext cx="285368" cy="25816"/>
              </a:xfrm>
              <a:custGeom>
                <a:rect b="b" l="l" r="r" t="t"/>
                <a:pathLst>
                  <a:path extrusionOk="0" h="186" w="2056">
                    <a:moveTo>
                      <a:pt x="1920" y="0"/>
                    </a:moveTo>
                    <a:lnTo>
                      <a:pt x="118" y="0"/>
                    </a:lnTo>
                    <a:cubicBezTo>
                      <a:pt x="0" y="0"/>
                      <a:pt x="17" y="186"/>
                      <a:pt x="135" y="186"/>
                    </a:cubicBezTo>
                    <a:lnTo>
                      <a:pt x="1937" y="186"/>
                    </a:lnTo>
                    <a:cubicBezTo>
                      <a:pt x="2056" y="186"/>
                      <a:pt x="2039" y="0"/>
                      <a:pt x="192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15"/>
              <p:cNvSpPr/>
              <p:nvPr/>
            </p:nvSpPr>
            <p:spPr>
              <a:xfrm>
                <a:off x="3047768" y="3523589"/>
                <a:ext cx="285368" cy="25955"/>
              </a:xfrm>
              <a:custGeom>
                <a:rect b="b" l="l" r="r" t="t"/>
                <a:pathLst>
                  <a:path extrusionOk="0" h="187" w="2056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15"/>
              <p:cNvSpPr/>
              <p:nvPr/>
            </p:nvSpPr>
            <p:spPr>
              <a:xfrm>
                <a:off x="3047768" y="3593126"/>
                <a:ext cx="285368" cy="25955"/>
              </a:xfrm>
              <a:custGeom>
                <a:rect b="b" l="l" r="r" t="t"/>
                <a:pathLst>
                  <a:path extrusionOk="0" h="187" w="2056">
                    <a:moveTo>
                      <a:pt x="1920" y="1"/>
                    </a:moveTo>
                    <a:lnTo>
                      <a:pt x="118" y="1"/>
                    </a:lnTo>
                    <a:cubicBezTo>
                      <a:pt x="0" y="1"/>
                      <a:pt x="17" y="187"/>
                      <a:pt x="135" y="187"/>
                    </a:cubicBezTo>
                    <a:lnTo>
                      <a:pt x="1937" y="187"/>
                    </a:lnTo>
                    <a:cubicBezTo>
                      <a:pt x="2056" y="187"/>
                      <a:pt x="2039" y="1"/>
                      <a:pt x="192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5"/>
              <p:cNvSpPr/>
              <p:nvPr/>
            </p:nvSpPr>
            <p:spPr>
              <a:xfrm>
                <a:off x="3049295" y="3652531"/>
                <a:ext cx="286200" cy="25955"/>
              </a:xfrm>
              <a:custGeom>
                <a:rect b="b" l="l" r="r" t="t"/>
                <a:pathLst>
                  <a:path extrusionOk="0" h="187" w="2062">
                    <a:moveTo>
                      <a:pt x="1926" y="1"/>
                    </a:moveTo>
                    <a:lnTo>
                      <a:pt x="124" y="1"/>
                    </a:lnTo>
                    <a:cubicBezTo>
                      <a:pt x="0" y="1"/>
                      <a:pt x="17" y="187"/>
                      <a:pt x="141" y="187"/>
                    </a:cubicBezTo>
                    <a:lnTo>
                      <a:pt x="1938" y="187"/>
                    </a:lnTo>
                    <a:cubicBezTo>
                      <a:pt x="2061" y="187"/>
                      <a:pt x="2045" y="1"/>
                      <a:pt x="19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5"/>
              <p:cNvSpPr/>
              <p:nvPr/>
            </p:nvSpPr>
            <p:spPr>
              <a:xfrm>
                <a:off x="3059427" y="3722207"/>
                <a:ext cx="285506" cy="25816"/>
              </a:xfrm>
              <a:custGeom>
                <a:rect b="b" l="l" r="r" t="t"/>
                <a:pathLst>
                  <a:path extrusionOk="0" h="186" w="2057">
                    <a:moveTo>
                      <a:pt x="1921" y="0"/>
                    </a:moveTo>
                    <a:lnTo>
                      <a:pt x="119" y="0"/>
                    </a:lnTo>
                    <a:cubicBezTo>
                      <a:pt x="1" y="0"/>
                      <a:pt x="17" y="186"/>
                      <a:pt x="136" y="186"/>
                    </a:cubicBezTo>
                    <a:lnTo>
                      <a:pt x="1938" y="186"/>
                    </a:lnTo>
                    <a:cubicBezTo>
                      <a:pt x="2056" y="186"/>
                      <a:pt x="2039" y="0"/>
                      <a:pt x="19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46" name="TextBox 145"/>
          <p:cNvSpPr txBox="1"/>
          <p:nvPr/>
        </p:nvSpPr>
        <p:spPr>
          <a:xfrm>
            <a:off x="4773168" y="42976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900" b="0">
                <a:solidFill>
                  <a:srgbClr val="555555"/>
                </a:solidFill>
              </a:rPr>
              <a:t>Juan Camilo Sierra Vega · Ciencia de Datos II · Universidad de Cartagena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Datos utilizados</a:t>
            </a:r>
            <a:endParaRPr sz="2400"/>
          </a:p>
        </p:txBody>
      </p:sp>
      <p:sp>
        <p:nvSpPr>
          <p:cNvPr id="151" name="TextBox 150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D4E73"/>
                </a:solidFill>
              </a:rPr>
              <a:t>¿Con qué información trabajamos?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40080" y="146304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31519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1D4E73"/>
                </a:solidFill>
              </a:rPr>
              <a:t>400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49808" y="2103120"/>
            <a:ext cx="2157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</a:rPr>
              <a:t>estudiantes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3383280" y="146304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47472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1D4E73"/>
                </a:solidFill>
              </a:rPr>
              <a:t>6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493008" y="2103120"/>
            <a:ext cx="2157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</a:rPr>
              <a:t>datos de cada uno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6126480" y="146304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21792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1D4E73"/>
                </a:solidFill>
              </a:rPr>
              <a:t>32,5 %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236208" y="2103120"/>
            <a:ext cx="2157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</a:rPr>
              <a:t>en riesgo (130 de 400)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40080" y="274320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De cada estudiante conocemos seis datos: horas de estudio, asistencia, actividades entregadas, notas previas, promedio y asignaturas aprobadas.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También sabemos si terminó "en riesgo" de bajo rendimiento o no. Esa es la respuesta que el modelo aprende a anticipar.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Los datos son simulados: sirven para practicar el método, no describen a una institución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7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seleccionado</a:t>
            </a:r>
            <a:endParaRPr sz="2400"/>
          </a:p>
        </p:txBody>
      </p:sp>
      <p:sp>
        <p:nvSpPr>
          <p:cNvPr id="283" name="TextBox 28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D4E73"/>
                </a:solidFill>
              </a:rPr>
              <a:t>¿Cómo se predice el riesgo?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640080" y="146304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731519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D4E73"/>
                </a:solidFill>
              </a:rPr>
              <a:t>Entrenar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749808" y="2103120"/>
            <a:ext cx="2157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</a:rPr>
              <a:t>con 300 estudiantes</a:t>
            </a:r>
          </a:p>
        </p:txBody>
      </p:sp>
      <p:sp>
        <p:nvSpPr>
          <p:cNvPr id="287" name="Rounded Rectangle 286"/>
          <p:cNvSpPr/>
          <p:nvPr/>
        </p:nvSpPr>
        <p:spPr>
          <a:xfrm>
            <a:off x="3383280" y="146304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347472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D4E73"/>
                </a:solidFill>
              </a:rPr>
              <a:t>Probar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3493008" y="2103120"/>
            <a:ext cx="2157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</a:rPr>
              <a:t>con 100 estudiantes nuevos</a:t>
            </a:r>
          </a:p>
        </p:txBody>
      </p:sp>
      <p:sp>
        <p:nvSpPr>
          <p:cNvPr id="290" name="Rounded Rectangle 289"/>
          <p:cNvSpPr/>
          <p:nvPr/>
        </p:nvSpPr>
        <p:spPr>
          <a:xfrm>
            <a:off x="6126480" y="146304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621792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1D4E73"/>
                </a:solidFill>
              </a:rPr>
              <a:t>Comparar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6236208" y="2103120"/>
            <a:ext cx="21579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</a:rPr>
              <a:t>con un modelo más simple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640080" y="2743200"/>
            <a:ext cx="7863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Usamos un bosque aleatorio: es como consultar a 300 "expertos" (árboles de decisión). Cada uno opina según los datos y gana la respuesta de la mayoría.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Se probó con estudiantes que el modelo no conocía, para saber si funciona con casos nuevos y no solo con los que ya vio.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El resultado es una probabilidad de riesgo, no una sentencia: la decisión final la toma una persona.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8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Métricas obtenidas</a:t>
            </a:r>
            <a:endParaRPr sz="2400"/>
          </a:p>
        </p:txBody>
      </p:sp>
      <p:sp>
        <p:nvSpPr>
          <p:cNvPr id="404" name="TextBox 403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D4E73"/>
                </a:solidFill>
              </a:rPr>
              <a:t>Resultado con 100 estudiantes que el modelo no había visto</a:t>
            </a:r>
          </a:p>
        </p:txBody>
      </p:sp>
      <p:sp>
        <p:nvSpPr>
          <p:cNvPr id="405" name="Rounded Rectangle 404"/>
          <p:cNvSpPr/>
          <p:nvPr/>
        </p:nvSpPr>
        <p:spPr>
          <a:xfrm>
            <a:off x="640080" y="146304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TextBox 405"/>
          <p:cNvSpPr txBox="1"/>
          <p:nvPr/>
        </p:nvSpPr>
        <p:spPr>
          <a:xfrm>
            <a:off x="731519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1D4E73"/>
                </a:solidFill>
              </a:rPr>
              <a:t>78 %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749808" y="2148840"/>
            <a:ext cx="215798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</a:rPr>
              <a:t>de aciertos. Si dijera siempre "sin riesgo", acertaría 68 %.</a:t>
            </a:r>
          </a:p>
        </p:txBody>
      </p:sp>
      <p:sp>
        <p:nvSpPr>
          <p:cNvPr id="408" name="Rounded Rectangle 407"/>
          <p:cNvSpPr/>
          <p:nvPr/>
        </p:nvSpPr>
        <p:spPr>
          <a:xfrm>
            <a:off x="3383280" y="146304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347472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1D4E73"/>
                </a:solidFill>
              </a:rPr>
              <a:t>72 %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3493008" y="2148840"/>
            <a:ext cx="215798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</a:rPr>
              <a:t>de los estudiantes en riesgo fueron detectados: 23 de 32.</a:t>
            </a:r>
          </a:p>
        </p:txBody>
      </p:sp>
      <p:sp>
        <p:nvSpPr>
          <p:cNvPr id="411" name="Rounded Rectangle 410"/>
          <p:cNvSpPr/>
          <p:nvPr/>
        </p:nvSpPr>
        <p:spPr>
          <a:xfrm>
            <a:off x="6126480" y="1463040"/>
            <a:ext cx="2377440" cy="173736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TextBox 411"/>
          <p:cNvSpPr txBox="1"/>
          <p:nvPr/>
        </p:nvSpPr>
        <p:spPr>
          <a:xfrm>
            <a:off x="6217920" y="1554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1D4E73"/>
                </a:solidFill>
              </a:rPr>
              <a:t>64 %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6236208" y="2148840"/>
            <a:ext cx="215798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</a:rPr>
              <a:t>de las alertas eran correctas; hubo 13 falsas alarmas.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640080" y="338328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Lectura sencilla: el modelo ayuda a señalar a quién mirar primero, pero no es perfecto. Dejó pasar a 9 estudiantes que sí estaban en riesgo.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Al repetir la evaluación con otras muestras, los resultados cambian un poco: por eso lo vemos como una alerta inicial.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9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Principales visualizaciones</a:t>
            </a:r>
            <a:endParaRPr sz="2400"/>
          </a:p>
        </p:txBody>
      </p:sp>
      <p:sp>
        <p:nvSpPr>
          <p:cNvPr id="477" name="TextBox 476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D4E73"/>
                </a:solidFill>
              </a:rPr>
              <a:t>Dos gráficas para entender qué hace el modelo</a:t>
            </a:r>
          </a:p>
        </p:txBody>
      </p:sp>
      <p:pic>
        <p:nvPicPr>
          <p:cNvPr id="478" name="Picture 477" descr="f1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63040"/>
            <a:ext cx="2503714" cy="2103120"/>
          </a:xfrm>
          <a:prstGeom prst="rect">
            <a:avLst/>
          </a:prstGeom>
        </p:spPr>
      </p:pic>
      <p:sp>
        <p:nvSpPr>
          <p:cNvPr id="479" name="TextBox 478"/>
          <p:cNvSpPr txBox="1"/>
          <p:nvPr/>
        </p:nvSpPr>
        <p:spPr>
          <a:xfrm>
            <a:off x="822960" y="36576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</a:rPr>
              <a:t>Aciertos y errores: 55 y 23 bien clasificados; 13 falsas alarmas y 9 casos en riesgo no detectados.</a:t>
            </a:r>
          </a:p>
        </p:txBody>
      </p:sp>
      <p:pic>
        <p:nvPicPr>
          <p:cNvPr id="480" name="Picture 479" descr="f3_importanc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463040"/>
            <a:ext cx="3235569" cy="2103120"/>
          </a:xfrm>
          <a:prstGeom prst="rect">
            <a:avLst/>
          </a:prstGeom>
        </p:spPr>
      </p:pic>
      <p:sp>
        <p:nvSpPr>
          <p:cNvPr id="481" name="TextBox 480"/>
          <p:cNvSpPr txBox="1"/>
          <p:nvPr/>
        </p:nvSpPr>
        <p:spPr>
          <a:xfrm>
            <a:off x="4572000" y="365760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</a:rPr>
              <a:t>Qué datos pesan más: las notas previas y el promedio; la asistencia y las actividades influyen poco.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0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Hallazgos encontrados</a:t>
            </a:r>
            <a:endParaRPr sz="2400"/>
          </a:p>
        </p:txBody>
      </p:sp>
      <p:sp>
        <p:nvSpPr>
          <p:cNvPr id="598" name="TextBox 597"/>
          <p:cNvSpPr txBox="1"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4E73"/>
                </a:solidFill>
              </a:rPr>
              <a:t>Las notas pesan más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731520" y="1490472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Las calificaciones previas y el promedio son los datos que más ayudan a predecir el riesgo. La asistencia y las actividades pesan menos en estos datos.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4E73"/>
                </a:solidFill>
              </a:rPr>
              <a:t>Tres perfiles de estudiantes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731520" y="2724912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Al agrupar a los estudiantes por parecido, aparecen tres perfiles: bajo desempeño (62 % en riesgo), intermedio (21 %) y alta dedicación (10 %).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1D4E73"/>
                </a:solidFill>
              </a:rPr>
              <a:t>Errores en casos dudosos</a:t>
            </a:r>
          </a:p>
        </p:txBody>
      </p:sp>
      <p:sp>
        <p:nvSpPr>
          <p:cNvPr id="603" name="TextBox 602"/>
          <p:cNvSpPr txBox="1"/>
          <p:nvPr/>
        </p:nvSpPr>
        <p:spPr>
          <a:xfrm>
            <a:off x="731520" y="3959352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El modelo se equivoca sobre todo cuando no está seguro. Esos casos conviene revisarlos con una persona en lugar de confiar en el resultado automático.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21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 y recomendaciones</a:t>
            </a:r>
            <a:endParaRPr sz="2400"/>
          </a:p>
        </p:txBody>
      </p:sp>
      <p:sp>
        <p:nvSpPr>
          <p:cNvPr id="664" name="TextBox 663"/>
          <p:cNvSpPr txBox="1"/>
          <p:nvPr/>
        </p:nvSpPr>
        <p:spPr>
          <a:xfrm>
            <a:off x="64008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D4E73"/>
                </a:solidFill>
              </a:rPr>
              <a:t>Conclusiones</a:t>
            </a:r>
          </a:p>
        </p:txBody>
      </p:sp>
      <p:sp>
        <p:nvSpPr>
          <p:cNvPr id="665" name="TextBox 664"/>
          <p:cNvSpPr txBox="1"/>
          <p:nvPr/>
        </p:nvSpPr>
        <p:spPr>
          <a:xfrm>
            <a:off x="640080" y="164592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• El modelo detecta el riesgo mejor que el azar, pero se equivoca: sirve como alerta, no como decisión.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• Un modelo más complejo no fue claramente mejor que uno simple.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• Los resultados cambian según la muestra evaluada, así que no hay que sobrevalorar un solo número.</a:t>
            </a:r>
          </a:p>
        </p:txBody>
      </p:sp>
      <p:sp>
        <p:nvSpPr>
          <p:cNvPr id="666" name="TextBox 665"/>
          <p:cNvSpPr txBox="1"/>
          <p:nvPr/>
        </p:nvSpPr>
        <p:spPr>
          <a:xfrm>
            <a:off x="4754880" y="1188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D4E73"/>
                </a:solidFill>
              </a:rPr>
              <a:t>Recomendaciones</a:t>
            </a:r>
          </a:p>
        </p:txBody>
      </p:sp>
      <p:sp>
        <p:nvSpPr>
          <p:cNvPr id="667" name="TextBox 666"/>
          <p:cNvSpPr txBox="1"/>
          <p:nvPr/>
        </p:nvSpPr>
        <p:spPr>
          <a:xfrm>
            <a:off x="4754880" y="1645920"/>
            <a:ext cx="38404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• Validar con datos reales y más estudiantes antes de usarlo.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• Usarlo para ofrecer apoyo (tutorías, seguimiento), no para sancionar.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• Que una persona revise cada caso.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555555"/>
                </a:solidFill>
              </a:rPr>
              <a:t>• Revisar si el modelo falla más con ciertos grupos de estudiantes.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2"/>
          <p:cNvSpPr txBox="1"/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Consideraciones éticas</a:t>
            </a:r>
            <a:endParaRPr sz="2400"/>
          </a:p>
        </p:txBody>
      </p:sp>
      <p:sp>
        <p:nvSpPr>
          <p:cNvPr id="763" name="TextBox 76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D4E73"/>
                </a:solidFill>
              </a:rPr>
              <a:t>Predecir riesgo implica responsabilidad sobre las personas</a:t>
            </a:r>
          </a:p>
        </p:txBody>
      </p:sp>
      <p:sp>
        <p:nvSpPr>
          <p:cNvPr id="764" name="Rounded Rectangle 763"/>
          <p:cNvSpPr/>
          <p:nvPr/>
        </p:nvSpPr>
        <p:spPr>
          <a:xfrm>
            <a:off x="457200" y="1645920"/>
            <a:ext cx="1920240" cy="228600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TextBox 764"/>
          <p:cNvSpPr txBox="1"/>
          <p:nvPr/>
        </p:nvSpPr>
        <p:spPr>
          <a:xfrm>
            <a:off x="548640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D4E73"/>
                </a:solidFill>
              </a:rPr>
              <a:t>Privacidad</a:t>
            </a:r>
          </a:p>
        </p:txBody>
      </p:sp>
      <p:sp>
        <p:nvSpPr>
          <p:cNvPr id="766" name="TextBox 765"/>
          <p:cNvSpPr txBox="1"/>
          <p:nvPr/>
        </p:nvSpPr>
        <p:spPr>
          <a:xfrm>
            <a:off x="566928" y="2194560"/>
            <a:ext cx="17007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</a:rPr>
              <a:t>Los datos de estudiantes son sensibles: se usan con autorización y sin identificar a nadie.</a:t>
            </a:r>
          </a:p>
        </p:txBody>
      </p:sp>
      <p:sp>
        <p:nvSpPr>
          <p:cNvPr id="767" name="Rounded Rectangle 766"/>
          <p:cNvSpPr/>
          <p:nvPr/>
        </p:nvSpPr>
        <p:spPr>
          <a:xfrm>
            <a:off x="2560320" y="1645920"/>
            <a:ext cx="1920240" cy="228600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TextBox 767"/>
          <p:cNvSpPr txBox="1"/>
          <p:nvPr/>
        </p:nvSpPr>
        <p:spPr>
          <a:xfrm>
            <a:off x="2651760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D4E73"/>
                </a:solidFill>
              </a:rPr>
              <a:t>Sesgos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2670048" y="2194560"/>
            <a:ext cx="17007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</a:rPr>
              <a:t>Si los datos son injustos, el modelo repetirá esa injusticia con apariencia de objetividad.</a:t>
            </a:r>
          </a:p>
        </p:txBody>
      </p:sp>
      <p:sp>
        <p:nvSpPr>
          <p:cNvPr id="770" name="Rounded Rectangle 769"/>
          <p:cNvSpPr/>
          <p:nvPr/>
        </p:nvSpPr>
        <p:spPr>
          <a:xfrm>
            <a:off x="4663440" y="1645920"/>
            <a:ext cx="1920240" cy="228600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TextBox 770"/>
          <p:cNvSpPr txBox="1"/>
          <p:nvPr/>
        </p:nvSpPr>
        <p:spPr>
          <a:xfrm>
            <a:off x="4754879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D4E73"/>
                </a:solidFill>
              </a:rPr>
              <a:t>Revisión humana</a:t>
            </a:r>
          </a:p>
        </p:txBody>
      </p:sp>
      <p:sp>
        <p:nvSpPr>
          <p:cNvPr id="772" name="TextBox 771"/>
          <p:cNvSpPr txBox="1"/>
          <p:nvPr/>
        </p:nvSpPr>
        <p:spPr>
          <a:xfrm>
            <a:off x="4773168" y="2194560"/>
            <a:ext cx="17007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</a:rPr>
              <a:t>Una predicción es una probabilidad, no un veredicto: nadie debe ser etiquetado solo por ella.</a:t>
            </a:r>
          </a:p>
        </p:txBody>
      </p:sp>
      <p:sp>
        <p:nvSpPr>
          <p:cNvPr id="773" name="Rounded Rectangle 772"/>
          <p:cNvSpPr/>
          <p:nvPr/>
        </p:nvSpPr>
        <p:spPr>
          <a:xfrm>
            <a:off x="6766559" y="1645920"/>
            <a:ext cx="1920240" cy="2286000"/>
          </a:xfrm>
          <a:prstGeom prst="roundRect">
            <a:avLst>
              <a:gd name="adj" fmla="val 8000"/>
            </a:avLst>
          </a:prstGeom>
          <a:solidFill>
            <a:srgbClr val="EA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TextBox 773"/>
          <p:cNvSpPr txBox="1"/>
          <p:nvPr/>
        </p:nvSpPr>
        <p:spPr>
          <a:xfrm>
            <a:off x="6857999" y="17373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1D4E73"/>
                </a:solidFill>
              </a:rPr>
              <a:t>Transparencia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6876288" y="2194560"/>
            <a:ext cx="1700784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555555"/>
                </a:solidFill>
              </a:rPr>
              <a:t>Hay que explicar de dónde vienen los datos, qué límites tiene el modelo y cómo se usará.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ivacy &amp; Big Data Infographics by Slidesgo">
  <a:themeElements>
    <a:clrScheme name="Simple Light">
      <a:dk1>
        <a:srgbClr val="000000"/>
      </a:dk1>
      <a:lt1>
        <a:srgbClr val="FFFFFF"/>
      </a:lt1>
      <a:dk2>
        <a:srgbClr val="818181"/>
      </a:dk2>
      <a:lt2>
        <a:srgbClr val="E6E6E6"/>
      </a:lt2>
      <a:accent1>
        <a:srgbClr val="115F8A"/>
      </a:accent1>
      <a:accent2>
        <a:srgbClr val="01B8AC"/>
      </a:accent2>
      <a:accent3>
        <a:srgbClr val="5CCFEE"/>
      </a:accent3>
      <a:accent4>
        <a:srgbClr val="FDCD51"/>
      </a:accent4>
      <a:accent5>
        <a:srgbClr val="115F8A"/>
      </a:accent5>
      <a:accent6>
        <a:srgbClr val="01B8AC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